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https://github.com/luminescencedev/mirae/blob/bce904ccedf0eb62341e60d0e9f5827807f1ebe7/packages/ui/src/brand/mark.svg
[/Sources]
Logo mark reused from the former Mirae repository at the user’s request. UI render is an original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https://github.com/luminescencedev/mirae/blob/bce904ccedf0eb62341e60d0e9f5827807f1ebe7/docs/product/BRAND.md
- https://github.com/luminescencedev/mirae/blob/bce904ccedf0eb62341e60d0e9f5827807f1ebe7/docs/product/DESIGN_SYSTEM.md
- https://github.com/luminescencedev/mirae/blob/bce904ccedf0eb62341e60d0e9f5827807f1ebe7/packages/ui/src/brand/mark.svg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https://www.raycast.com/blog/the-new-raycast
- https://www.raycast.com/blog/a-technical-deep-dive-into-the-new-raycast
- https://linear.app/changelog/2026-03-12-ui-refresh
- https://cursor.com/changelog/3-0
- https://meldstudio.co/
[/Sources]
The miniatures are original abstractions, not screenshots.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https://www.raycast.com/blog/a-technical-deep-dive-into-the-new-raycast
- https://linear.app/changelog/2026-03-12-ui-refresh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https://github.com/luminescencedev/mirae/blob/bce904ccedf0eb62341e60d0e9f5827807f1ebe7/docs/product/DESIGN_SYSTEM.md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https://github.com/bvaughn/react-resizable-panels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https://github.com/luminescencedev/mirae/blob/bce904ccedf0eb62341e60d0e9f5827807f1ebe7/packages/ui/src/brand/mark.svg
[/Sources]
Original Mirae desktop UI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https://meldstudio.co/
[/Sources]
Original Mirae desktop UI concept inspired by established live-production workspace topology.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https://dndkit.com/react/guides/sensors/
- https://docs.dndkit.com/guides/accessibility
- https://motion.dev/docs/react-layout-animations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https://www.raycast.com/blog/the-new-raycast
- https://cursor.com/changelog/3-0
[/Sources]
Original Mirae command surface concept.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https://motion.dev/docs/react-layout-animations
- https://motion.dev/docs/react-motion-config
- https://motion.dev/docs/react-accessibility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https://base-ui.com/react/overview/about
- https://base-ui.com/react/overview/accessibility
- https://motion.dev/docs/react
- https://dndkit.com/react/guides/sensors/
- https://docs.dndkit.com/guides/accessibility
- https://github.com/bvaughn/react-resizable-panels
- https://tanstack.com/virtual/v3/docs/introduction
- https://github.com/luminescencedev/mirae/blob/bce904ccedf0eb62341e60d0e9f5827807f1ebe7/docs/product/DESIGN_SYSTEM.md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https://base-ui.com/react/overview/accessibility
- https://docs.dndkit.com/guides/accessibility
- https://motion.dev/docs/react-accessibility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https://github.com/luminescencedev/mirae/blob/bce904ccedf0eb62341e60d0e9f5827807f1ebe7/packages/ui/src/brand/mark.svg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RAE_DARK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IRAE_LIGHT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9AA1AC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image" Target="../media/image-2-23.png"/><Relationship Id="rId24" Type="http://schemas.openxmlformats.org/officeDocument/2006/relationships/image" Target="../media/image-2-24.svg"/><Relationship Id="rId25" Type="http://schemas.openxmlformats.org/officeDocument/2006/relationships/image" Target="../media/image-2-25.png"/><Relationship Id="rId26" Type="http://schemas.openxmlformats.org/officeDocument/2006/relationships/image" Target="../media/image-2-26.svg"/><Relationship Id="rId27" Type="http://schemas.openxmlformats.org/officeDocument/2006/relationships/slideLayout" Target="../slideLayouts/slideLayout2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13.png"/><Relationship Id="rId14" Type="http://schemas.openxmlformats.org/officeDocument/2006/relationships/image" Target="../media/image-3-14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7.png"/><Relationship Id="rId18" Type="http://schemas.openxmlformats.org/officeDocument/2006/relationships/image" Target="../media/image-3-18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slideLayout" Target="../slideLayouts/slideLayout2.xml"/><Relationship Id="rId2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11.png"/><Relationship Id="rId12" Type="http://schemas.openxmlformats.org/officeDocument/2006/relationships/image" Target="../media/image-7-12.svg"/><Relationship Id="rId13" Type="http://schemas.openxmlformats.org/officeDocument/2006/relationships/image" Target="../media/image-7-13.png"/><Relationship Id="rId14" Type="http://schemas.openxmlformats.org/officeDocument/2006/relationships/image" Target="../media/image-7-14.svg"/><Relationship Id="rId15" Type="http://schemas.openxmlformats.org/officeDocument/2006/relationships/image" Target="../media/image-7-15.png"/><Relationship Id="rId16" Type="http://schemas.openxmlformats.org/officeDocument/2006/relationships/image" Target="../media/image-7-16.svg"/><Relationship Id="rId17" Type="http://schemas.openxmlformats.org/officeDocument/2006/relationships/image" Target="../media/image-7-17.png"/><Relationship Id="rId18" Type="http://schemas.openxmlformats.org/officeDocument/2006/relationships/image" Target="../media/image-7-18.svg"/><Relationship Id="rId19" Type="http://schemas.openxmlformats.org/officeDocument/2006/relationships/image" Target="../media/image-7-19.png"/><Relationship Id="rId20" Type="http://schemas.openxmlformats.org/officeDocument/2006/relationships/image" Target="../media/image-7-20.svg"/><Relationship Id="rId21" Type="http://schemas.openxmlformats.org/officeDocument/2006/relationships/image" Target="../media/image-7-21.png"/><Relationship Id="rId22" Type="http://schemas.openxmlformats.org/officeDocument/2006/relationships/image" Target="../media/image-7-22.svg"/><Relationship Id="rId23" Type="http://schemas.openxmlformats.org/officeDocument/2006/relationships/image" Target="../media/image-7-23.png"/><Relationship Id="rId24" Type="http://schemas.openxmlformats.org/officeDocument/2006/relationships/image" Target="../media/image-7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image" Target="../media/image-9-9.png"/><Relationship Id="rId10" Type="http://schemas.openxmlformats.org/officeDocument/2006/relationships/image" Target="../media/image-9-10.svg"/><Relationship Id="rId11" Type="http://schemas.openxmlformats.org/officeDocument/2006/relationships/image" Target="../media/image-9-11.png"/><Relationship Id="rId12" Type="http://schemas.openxmlformats.org/officeDocument/2006/relationships/image" Target="../media/image-9-12.svg"/><Relationship Id="rId13" Type="http://schemas.openxmlformats.org/officeDocument/2006/relationships/image" Target="../media/image-9-13.png"/><Relationship Id="rId14" Type="http://schemas.openxmlformats.org/officeDocument/2006/relationships/image" Target="../media/image-9-14.svg"/><Relationship Id="rId15" Type="http://schemas.openxmlformats.org/officeDocument/2006/relationships/image" Target="../media/image-9-15.png"/><Relationship Id="rId16" Type="http://schemas.openxmlformats.org/officeDocument/2006/relationships/image" Target="../media/image-9-16.svg"/><Relationship Id="rId17" Type="http://schemas.openxmlformats.org/officeDocument/2006/relationships/image" Target="../media/image-9-17.png"/><Relationship Id="rId18" Type="http://schemas.openxmlformats.org/officeDocument/2006/relationships/image" Target="../media/image-9-18.svg"/><Relationship Id="rId19" Type="http://schemas.openxmlformats.org/officeDocument/2006/relationships/image" Target="../media/image-9-19.png"/><Relationship Id="rId20" Type="http://schemas.openxmlformats.org/officeDocument/2006/relationships/image" Target="../media/image-9-20.svg"/><Relationship Id="rId21" Type="http://schemas.openxmlformats.org/officeDocument/2006/relationships/image" Target="../media/image-9-21.png"/><Relationship Id="rId22" Type="http://schemas.openxmlformats.org/officeDocument/2006/relationships/image" Target="../media/image-9-22.svg"/><Relationship Id="rId23" Type="http://schemas.openxmlformats.org/officeDocument/2006/relationships/image" Target="../media/image-9-23.png"/><Relationship Id="rId24" Type="http://schemas.openxmlformats.org/officeDocument/2006/relationships/image" Target="../media/image-9-24.svg"/><Relationship Id="rId25" Type="http://schemas.openxmlformats.org/officeDocument/2006/relationships/image" Target="../media/image-9-25.png"/><Relationship Id="rId26" Type="http://schemas.openxmlformats.org/officeDocument/2006/relationships/image" Target="../media/image-9-26.svg"/><Relationship Id="rId27" Type="http://schemas.openxmlformats.org/officeDocument/2006/relationships/image" Target="../media/image-9-27.png"/><Relationship Id="rId28" Type="http://schemas.openxmlformats.org/officeDocument/2006/relationships/image" Target="../media/image-9-28.svg"/><Relationship Id="rId29" Type="http://schemas.openxmlformats.org/officeDocument/2006/relationships/image" Target="../media/image-9-29.png"/><Relationship Id="rId30" Type="http://schemas.openxmlformats.org/officeDocument/2006/relationships/image" Target="../media/image-9-30.svg"/><Relationship Id="rId31" Type="http://schemas.openxmlformats.org/officeDocument/2006/relationships/image" Target="../media/image-9-31.png"/><Relationship Id="rId32" Type="http://schemas.openxmlformats.org/officeDocument/2006/relationships/image" Target="../media/image-9-32.svg"/><Relationship Id="rId33" Type="http://schemas.openxmlformats.org/officeDocument/2006/relationships/image" Target="../media/image-9-33.png"/><Relationship Id="rId34" Type="http://schemas.openxmlformats.org/officeDocument/2006/relationships/image" Target="../media/image-9-34.svg"/><Relationship Id="rId35" Type="http://schemas.openxmlformats.org/officeDocument/2006/relationships/image" Target="../media/image-9-35.png"/><Relationship Id="rId36" Type="http://schemas.openxmlformats.org/officeDocument/2006/relationships/image" Target="../media/image-9-36.svg"/><Relationship Id="rId37" Type="http://schemas.openxmlformats.org/officeDocument/2006/relationships/image" Target="../media/image-9-37.png"/><Relationship Id="rId38" Type="http://schemas.openxmlformats.org/officeDocument/2006/relationships/image" Target="../media/image-9-38.svg"/><Relationship Id="rId39" Type="http://schemas.openxmlformats.org/officeDocument/2006/relationships/image" Target="../media/image-9-39.png"/><Relationship Id="rId40" Type="http://schemas.openxmlformats.org/officeDocument/2006/relationships/image" Target="../media/image-9-40.svg"/><Relationship Id="rId41" Type="http://schemas.openxmlformats.org/officeDocument/2006/relationships/image" Target="../media/image-9-41.png"/><Relationship Id="rId42" Type="http://schemas.openxmlformats.org/officeDocument/2006/relationships/image" Target="../media/image-9-42.svg"/><Relationship Id="rId43" Type="http://schemas.openxmlformats.org/officeDocument/2006/relationships/slideLayout" Target="../slideLayouts/slideLayout2.xml"/><Relationship Id="rId4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image" Target="../media/image-10-11.png"/><Relationship Id="rId12" Type="http://schemas.openxmlformats.org/officeDocument/2006/relationships/image" Target="../media/image-10-12.svg"/><Relationship Id="rId13" Type="http://schemas.openxmlformats.org/officeDocument/2006/relationships/image" Target="../media/image-10-13.png"/><Relationship Id="rId14" Type="http://schemas.openxmlformats.org/officeDocument/2006/relationships/image" Target="../media/image-10-14.svg"/><Relationship Id="rId15" Type="http://schemas.openxmlformats.org/officeDocument/2006/relationships/image" Target="../media/image-10-15.png"/><Relationship Id="rId16" Type="http://schemas.openxmlformats.org/officeDocument/2006/relationships/image" Target="../media/image-10-16.svg"/><Relationship Id="rId17" Type="http://schemas.openxmlformats.org/officeDocument/2006/relationships/image" Target="../media/image-10-17.png"/><Relationship Id="rId18" Type="http://schemas.openxmlformats.org/officeDocument/2006/relationships/image" Target="../media/image-10-18.svg"/><Relationship Id="rId19" Type="http://schemas.openxmlformats.org/officeDocument/2006/relationships/image" Target="../media/image-10-19.png"/><Relationship Id="rId20" Type="http://schemas.openxmlformats.org/officeDocument/2006/relationships/image" Target="../media/image-10-20.svg"/><Relationship Id="rId21" Type="http://schemas.openxmlformats.org/officeDocument/2006/relationships/image" Target="../media/image-10-21.png"/><Relationship Id="rId22" Type="http://schemas.openxmlformats.org/officeDocument/2006/relationships/image" Target="../media/image-10-22.svg"/><Relationship Id="rId23" Type="http://schemas.openxmlformats.org/officeDocument/2006/relationships/image" Target="../media/image-10-23.png"/><Relationship Id="rId24" Type="http://schemas.openxmlformats.org/officeDocument/2006/relationships/image" Target="../media/image-10-24.svg"/><Relationship Id="rId25" Type="http://schemas.openxmlformats.org/officeDocument/2006/relationships/image" Target="../media/image-10-25.png"/><Relationship Id="rId26" Type="http://schemas.openxmlformats.org/officeDocument/2006/relationships/image" Target="../media/image-10-26.svg"/><Relationship Id="rId27" Type="http://schemas.openxmlformats.org/officeDocument/2006/relationships/image" Target="../media/image-10-27.png"/><Relationship Id="rId28" Type="http://schemas.openxmlformats.org/officeDocument/2006/relationships/image" Target="../media/image-10-28.svg"/><Relationship Id="rId29" Type="http://schemas.openxmlformats.org/officeDocument/2006/relationships/image" Target="../media/image-10-29.png"/><Relationship Id="rId30" Type="http://schemas.openxmlformats.org/officeDocument/2006/relationships/image" Target="../media/image-10-30.svg"/><Relationship Id="rId31" Type="http://schemas.openxmlformats.org/officeDocument/2006/relationships/image" Target="../media/image-10-31.png"/><Relationship Id="rId32" Type="http://schemas.openxmlformats.org/officeDocument/2006/relationships/image" Target="../media/image-10-32.svg"/><Relationship Id="rId33" Type="http://schemas.openxmlformats.org/officeDocument/2006/relationships/image" Target="../media/image-10-33.png"/><Relationship Id="rId34" Type="http://schemas.openxmlformats.org/officeDocument/2006/relationships/image" Target="../media/image-10-34.svg"/><Relationship Id="rId35" Type="http://schemas.openxmlformats.org/officeDocument/2006/relationships/image" Target="../media/image-10-35.png"/><Relationship Id="rId36" Type="http://schemas.openxmlformats.org/officeDocument/2006/relationships/image" Target="../media/image-10-36.svg"/><Relationship Id="rId37" Type="http://schemas.openxmlformats.org/officeDocument/2006/relationships/image" Target="../media/image-10-37.png"/><Relationship Id="rId38" Type="http://schemas.openxmlformats.org/officeDocument/2006/relationships/image" Target="../media/image-10-38.svg"/><Relationship Id="rId39" Type="http://schemas.openxmlformats.org/officeDocument/2006/relationships/image" Target="../media/image-10-39.png"/><Relationship Id="rId40" Type="http://schemas.openxmlformats.org/officeDocument/2006/relationships/image" Target="../media/image-10-40.svg"/><Relationship Id="rId41" Type="http://schemas.openxmlformats.org/officeDocument/2006/relationships/image" Target="../media/image-10-41.png"/><Relationship Id="rId42" Type="http://schemas.openxmlformats.org/officeDocument/2006/relationships/image" Target="../media/image-10-42.svg"/><Relationship Id="rId43" Type="http://schemas.openxmlformats.org/officeDocument/2006/relationships/image" Target="../media/image-10-43.png"/><Relationship Id="rId44" Type="http://schemas.openxmlformats.org/officeDocument/2006/relationships/image" Target="../media/image-10-44.svg"/><Relationship Id="rId45" Type="http://schemas.openxmlformats.org/officeDocument/2006/relationships/image" Target="../media/image-10-45.png"/><Relationship Id="rId46" Type="http://schemas.openxmlformats.org/officeDocument/2006/relationships/image" Target="../media/image-10-46.svg"/><Relationship Id="rId47" Type="http://schemas.openxmlformats.org/officeDocument/2006/relationships/image" Target="../media/image-10-47.png"/><Relationship Id="rId48" Type="http://schemas.openxmlformats.org/officeDocument/2006/relationships/image" Target="../media/image-10-48.svg"/><Relationship Id="rId49" Type="http://schemas.openxmlformats.org/officeDocument/2006/relationships/image" Target="../media/image-10-49.png"/><Relationship Id="rId50" Type="http://schemas.openxmlformats.org/officeDocument/2006/relationships/image" Target="../media/image-10-50.svg"/><Relationship Id="rId51" Type="http://schemas.openxmlformats.org/officeDocument/2006/relationships/slideLayout" Target="../slideLayouts/slideLayout2.xml"/><Relationship Id="rId5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svg"/><Relationship Id="rId13" Type="http://schemas.openxmlformats.org/officeDocument/2006/relationships/image" Target="../media/image-11-13.png"/><Relationship Id="rId14" Type="http://schemas.openxmlformats.org/officeDocument/2006/relationships/image" Target="../media/image-11-14.svg"/><Relationship Id="rId15" Type="http://schemas.openxmlformats.org/officeDocument/2006/relationships/image" Target="../media/image-11-15.png"/><Relationship Id="rId16" Type="http://schemas.openxmlformats.org/officeDocument/2006/relationships/image" Target="../media/image-11-16.svg"/><Relationship Id="rId17" Type="http://schemas.openxmlformats.org/officeDocument/2006/relationships/image" Target="../media/image-11-17.png"/><Relationship Id="rId18" Type="http://schemas.openxmlformats.org/officeDocument/2006/relationships/image" Target="../media/image-11-18.svg"/><Relationship Id="rId19" Type="http://schemas.openxmlformats.org/officeDocument/2006/relationships/image" Target="../media/image-11-19.png"/><Relationship Id="rId20" Type="http://schemas.openxmlformats.org/officeDocument/2006/relationships/image" Target="../media/image-11-20.svg"/><Relationship Id="rId21" Type="http://schemas.openxmlformats.org/officeDocument/2006/relationships/image" Target="../media/image-11-21.png"/><Relationship Id="rId22" Type="http://schemas.openxmlformats.org/officeDocument/2006/relationships/image" Target="../media/image-11-22.svg"/><Relationship Id="rId23" Type="http://schemas.openxmlformats.org/officeDocument/2006/relationships/image" Target="../media/image-11-23.png"/><Relationship Id="rId24" Type="http://schemas.openxmlformats.org/officeDocument/2006/relationships/image" Target="../media/image-11-24.svg"/><Relationship Id="rId25" Type="http://schemas.openxmlformats.org/officeDocument/2006/relationships/image" Target="../media/image-11-25.png"/><Relationship Id="rId26" Type="http://schemas.openxmlformats.org/officeDocument/2006/relationships/image" Target="../media/image-11-26.svg"/><Relationship Id="rId27" Type="http://schemas.openxmlformats.org/officeDocument/2006/relationships/image" Target="../media/image-11-27.png"/><Relationship Id="rId28" Type="http://schemas.openxmlformats.org/officeDocument/2006/relationships/image" Target="../media/image-11-28.svg"/><Relationship Id="rId29" Type="http://schemas.openxmlformats.org/officeDocument/2006/relationships/image" Target="../media/image-11-29.png"/><Relationship Id="rId30" Type="http://schemas.openxmlformats.org/officeDocument/2006/relationships/image" Target="../media/image-11-30.svg"/><Relationship Id="rId31" Type="http://schemas.openxmlformats.org/officeDocument/2006/relationships/image" Target="../media/image-11-31.png"/><Relationship Id="rId32" Type="http://schemas.openxmlformats.org/officeDocument/2006/relationships/image" Target="../media/image-11-32.svg"/><Relationship Id="rId33" Type="http://schemas.openxmlformats.org/officeDocument/2006/relationships/image" Target="../media/image-11-33.png"/><Relationship Id="rId34" Type="http://schemas.openxmlformats.org/officeDocument/2006/relationships/image" Target="../media/image-11-34.svg"/><Relationship Id="rId35" Type="http://schemas.openxmlformats.org/officeDocument/2006/relationships/image" Target="../media/image-11-35.png"/><Relationship Id="rId36" Type="http://schemas.openxmlformats.org/officeDocument/2006/relationships/image" Target="../media/image-11-36.svg"/><Relationship Id="rId37" Type="http://schemas.openxmlformats.org/officeDocument/2006/relationships/image" Target="../media/image-11-37.png"/><Relationship Id="rId38" Type="http://schemas.openxmlformats.org/officeDocument/2006/relationships/image" Target="../media/image-11-38.svg"/><Relationship Id="rId39" Type="http://schemas.openxmlformats.org/officeDocument/2006/relationships/image" Target="../media/image-11-39.png"/><Relationship Id="rId40" Type="http://schemas.openxmlformats.org/officeDocument/2006/relationships/image" Target="../media/image-11-40.svg"/><Relationship Id="rId41" Type="http://schemas.openxmlformats.org/officeDocument/2006/relationships/image" Target="../media/image-11-41.png"/><Relationship Id="rId42" Type="http://schemas.openxmlformats.org/officeDocument/2006/relationships/image" Target="../media/image-11-42.svg"/><Relationship Id="rId43" Type="http://schemas.openxmlformats.org/officeDocument/2006/relationships/slideLayout" Target="../slideLayouts/slideLayout2.xml"/><Relationship Id="rId4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slideLayout" Target="../slideLayouts/slideLayout2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sv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sv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image" Target="../media/image-18-17.png"/><Relationship Id="rId18" Type="http://schemas.openxmlformats.org/officeDocument/2006/relationships/image" Target="../media/image-18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image" Target="../media/image-19-13.png"/><Relationship Id="rId14" Type="http://schemas.openxmlformats.org/officeDocument/2006/relationships/image" Target="../media/image-19-14.svg"/><Relationship Id="rId15" Type="http://schemas.openxmlformats.org/officeDocument/2006/relationships/image" Target="../media/image-19-15.png"/><Relationship Id="rId16" Type="http://schemas.openxmlformats.org/officeDocument/2006/relationships/image" Target="../media/image-19-16.svg"/><Relationship Id="rId17" Type="http://schemas.openxmlformats.org/officeDocument/2006/relationships/image" Target="../media/image-19-17.png"/><Relationship Id="rId18" Type="http://schemas.openxmlformats.org/officeDocument/2006/relationships/image" Target="../media/image-19-18.svg"/><Relationship Id="rId19" Type="http://schemas.openxmlformats.org/officeDocument/2006/relationships/image" Target="../media/image-19-19.png"/><Relationship Id="rId20" Type="http://schemas.openxmlformats.org/officeDocument/2006/relationships/image" Target="../media/image-19-20.svg"/><Relationship Id="rId21" Type="http://schemas.openxmlformats.org/officeDocument/2006/relationships/image" Target="../media/image-19-21.png"/><Relationship Id="rId22" Type="http://schemas.openxmlformats.org/officeDocument/2006/relationships/image" Target="../media/image-19-22.svg"/><Relationship Id="rId23" Type="http://schemas.openxmlformats.org/officeDocument/2006/relationships/slideLayout" Target="../slideLayouts/slideLayout2.xml"/><Relationship Id="rId2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image" Target="../media/image-20-7.png"/><Relationship Id="rId8" Type="http://schemas.openxmlformats.org/officeDocument/2006/relationships/image" Target="../media/image-20-8.svg"/><Relationship Id="rId9" Type="http://schemas.openxmlformats.org/officeDocument/2006/relationships/image" Target="../media/image-20-9.png"/><Relationship Id="rId10" Type="http://schemas.openxmlformats.org/officeDocument/2006/relationships/image" Target="../media/image-20-10.svg"/><Relationship Id="rId11" Type="http://schemas.openxmlformats.org/officeDocument/2006/relationships/image" Target="../media/image-20-11.png"/><Relationship Id="rId12" Type="http://schemas.openxmlformats.org/officeDocument/2006/relationships/image" Target="../media/image-20-12.svg"/><Relationship Id="rId13" Type="http://schemas.openxmlformats.org/officeDocument/2006/relationships/image" Target="../media/image-20-13.png"/><Relationship Id="rId14" Type="http://schemas.openxmlformats.org/officeDocument/2006/relationships/image" Target="../media/image-20-14.svg"/><Relationship Id="rId15" Type="http://schemas.openxmlformats.org/officeDocument/2006/relationships/image" Target="../media/image-20-15.png"/><Relationship Id="rId16" Type="http://schemas.openxmlformats.org/officeDocument/2006/relationships/image" Target="../media/image-20-16.svg"/><Relationship Id="rId17" Type="http://schemas.openxmlformats.org/officeDocument/2006/relationships/image" Target="../media/image-20-17.png"/><Relationship Id="rId18" Type="http://schemas.openxmlformats.org/officeDocument/2006/relationships/image" Target="../media/image-20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040880" y="182880"/>
            <a:ext cx="4754880" cy="4754880"/>
          </a:xfrm>
          <a:prstGeom prst="ellipse">
            <a:avLst/>
          </a:prstGeom>
          <a:solidFill>
            <a:srgbClr val="7C8FFF">
              <a:alpha val="12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051560"/>
            <a:ext cx="182880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13232" y="187452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Mirae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731520" y="261518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Direction v1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2990088"/>
            <a:ext cx="4572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Obsidian Precision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731520" y="3822192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interface desktop dark-first, dense et calme —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logique d’un studio pro avec le polish des meilleures apps IA.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" y="4983480"/>
            <a:ext cx="1115568" cy="274320"/>
          </a:xfrm>
          <a:prstGeom prst="roundRect">
            <a:avLst>
              <a:gd name="adj" fmla="val 26667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997196"/>
            <a:ext cx="9692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Desktop-first</a:t>
            </a:r>
            <a:endParaRPr lang="en-US" sz="820" dirty="0"/>
          </a:p>
        </p:txBody>
      </p:sp>
      <p:sp>
        <p:nvSpPr>
          <p:cNvPr id="13" name="Shape 10"/>
          <p:cNvSpPr/>
          <p:nvPr/>
        </p:nvSpPr>
        <p:spPr>
          <a:xfrm>
            <a:off x="1993392" y="4983480"/>
            <a:ext cx="960120" cy="274320"/>
          </a:xfrm>
          <a:prstGeom prst="roundRect">
            <a:avLst>
              <a:gd name="adj" fmla="val 26667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66544" y="4997196"/>
            <a:ext cx="813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Dark-first</a:t>
            </a:r>
            <a:endParaRPr lang="en-US" sz="820" dirty="0"/>
          </a:p>
        </p:txBody>
      </p:sp>
      <p:sp>
        <p:nvSpPr>
          <p:cNvPr id="15" name="Shape 12"/>
          <p:cNvSpPr/>
          <p:nvPr/>
        </p:nvSpPr>
        <p:spPr>
          <a:xfrm>
            <a:off x="3081528" y="4983480"/>
            <a:ext cx="1170432" cy="274320"/>
          </a:xfrm>
          <a:prstGeom prst="roundRect">
            <a:avLst>
              <a:gd name="adj" fmla="val 26667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154680" y="4997196"/>
            <a:ext cx="1024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Production UI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5989320" y="713232"/>
            <a:ext cx="5577840" cy="5257800"/>
          </a:xfrm>
          <a:prstGeom prst="roundRect">
            <a:avLst>
              <a:gd name="adj" fmla="val 3130"/>
            </a:avLst>
          </a:prstGeom>
          <a:solidFill>
            <a:srgbClr val="080A0D"/>
          </a:solidFill>
          <a:ln w="10160">
            <a:solidFill>
              <a:srgbClr val="353D4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4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6199632" y="914400"/>
            <a:ext cx="5166360" cy="4800600"/>
          </a:xfrm>
          <a:prstGeom prst="roundRect">
            <a:avLst>
              <a:gd name="adj" fmla="val 2667"/>
            </a:avLst>
          </a:prstGeom>
          <a:solidFill>
            <a:srgbClr val="0B0D11"/>
          </a:solidFill>
          <a:ln w="11430">
            <a:solidFill>
              <a:srgbClr val="353D49"/>
            </a:solidFill>
            <a:prstDash val="solid"/>
          </a:ln>
          <a:effectLst>
            <a:outerShdw sx="100000" sy="100000" kx="0" ky="0" algn="bl" rotWithShape="0" blurRad="31750" dist="20320" dir="2700000">
              <a:srgbClr val="000000">
                <a:alpha val="3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08776" y="923544"/>
            <a:ext cx="5148072" cy="384048"/>
          </a:xfrm>
          <a:prstGeom prst="roundRect">
            <a:avLst>
              <a:gd name="adj" fmla="val 30952"/>
            </a:avLst>
          </a:prstGeom>
          <a:solidFill>
            <a:srgbClr val="0B0D11"/>
          </a:solidFill>
          <a:ln w="1270">
            <a:solidFill>
              <a:srgbClr val="0B0D11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364224" y="1069848"/>
            <a:ext cx="73152" cy="7315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483096" y="1069848"/>
            <a:ext cx="73152" cy="73152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01968" y="1069848"/>
            <a:ext cx="73152" cy="7315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1424" y="1010412"/>
            <a:ext cx="402336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287768" y="99212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Mirae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028432" y="996696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 Shift · Edit</a:t>
            </a:r>
            <a:endParaRPr lang="en-US" sz="850" dirty="0"/>
          </a:p>
        </p:txBody>
      </p:sp>
      <p:sp>
        <p:nvSpPr>
          <p:cNvPr id="26" name="Shape 22"/>
          <p:cNvSpPr/>
          <p:nvPr/>
        </p:nvSpPr>
        <p:spPr>
          <a:xfrm>
            <a:off x="9308592" y="987552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0032" y="1078992"/>
            <a:ext cx="128016" cy="128016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573768" y="98755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820" dirty="0"/>
          </a:p>
        </p:txBody>
      </p:sp>
      <p:sp>
        <p:nvSpPr>
          <p:cNvPr id="29" name="Shape 24"/>
          <p:cNvSpPr/>
          <p:nvPr/>
        </p:nvSpPr>
        <p:spPr>
          <a:xfrm>
            <a:off x="10177272" y="987552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268712" y="1078992"/>
            <a:ext cx="128016" cy="128016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442448" y="987552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live</a:t>
            </a:r>
            <a:endParaRPr lang="en-US" sz="820" dirty="0"/>
          </a:p>
        </p:txBody>
      </p:sp>
      <p:sp>
        <p:nvSpPr>
          <p:cNvPr id="32" name="Shape 26"/>
          <p:cNvSpPr/>
          <p:nvPr/>
        </p:nvSpPr>
        <p:spPr>
          <a:xfrm>
            <a:off x="6208776" y="1307592"/>
            <a:ext cx="946633" cy="4398264"/>
          </a:xfrm>
          <a:prstGeom prst="roundRect">
            <a:avLst>
              <a:gd name="adj" fmla="val 966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6263640" y="1380744"/>
            <a:ext cx="6265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SCENES</a:t>
            </a:r>
            <a:endParaRPr lang="en-US" sz="600" dirty="0"/>
          </a:p>
        </p:txBody>
      </p:sp>
      <p:sp>
        <p:nvSpPr>
          <p:cNvPr id="34" name="Shape 28"/>
          <p:cNvSpPr/>
          <p:nvPr/>
        </p:nvSpPr>
        <p:spPr>
          <a:xfrm>
            <a:off x="6263640" y="1645920"/>
            <a:ext cx="827761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355080" y="1645920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620" dirty="0"/>
          </a:p>
        </p:txBody>
      </p:sp>
      <p:sp>
        <p:nvSpPr>
          <p:cNvPr id="36" name="Text 30"/>
          <p:cNvSpPr/>
          <p:nvPr/>
        </p:nvSpPr>
        <p:spPr>
          <a:xfrm>
            <a:off x="6355080" y="1965960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show</a:t>
            </a:r>
            <a:endParaRPr lang="en-US" sz="620" dirty="0"/>
          </a:p>
        </p:txBody>
      </p:sp>
      <p:sp>
        <p:nvSpPr>
          <p:cNvPr id="37" name="Text 31"/>
          <p:cNvSpPr/>
          <p:nvPr/>
        </p:nvSpPr>
        <p:spPr>
          <a:xfrm>
            <a:off x="6355080" y="2286000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BRB</a:t>
            </a:r>
            <a:endParaRPr lang="en-US" sz="620" dirty="0"/>
          </a:p>
        </p:txBody>
      </p:sp>
      <p:sp>
        <p:nvSpPr>
          <p:cNvPr id="38" name="Text 32"/>
          <p:cNvSpPr/>
          <p:nvPr/>
        </p:nvSpPr>
        <p:spPr>
          <a:xfrm>
            <a:off x="6355080" y="2606040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Ending</a:t>
            </a:r>
            <a:endParaRPr lang="en-US" sz="620" dirty="0"/>
          </a:p>
        </p:txBody>
      </p:sp>
      <p:sp>
        <p:nvSpPr>
          <p:cNvPr id="39" name="Shape 33"/>
          <p:cNvSpPr/>
          <p:nvPr/>
        </p:nvSpPr>
        <p:spPr>
          <a:xfrm>
            <a:off x="6272784" y="3008376"/>
            <a:ext cx="809473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40" name="Text 34"/>
          <p:cNvSpPr/>
          <p:nvPr/>
        </p:nvSpPr>
        <p:spPr>
          <a:xfrm>
            <a:off x="6263640" y="3099816"/>
            <a:ext cx="626593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600" dirty="0"/>
          </a:p>
        </p:txBody>
      </p:sp>
      <p:sp>
        <p:nvSpPr>
          <p:cNvPr id="41" name="Shape 35"/>
          <p:cNvSpPr/>
          <p:nvPr/>
        </p:nvSpPr>
        <p:spPr>
          <a:xfrm>
            <a:off x="6263640" y="3364992"/>
            <a:ext cx="827761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6355080" y="3364992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620" dirty="0"/>
          </a:p>
        </p:txBody>
      </p:sp>
      <p:sp>
        <p:nvSpPr>
          <p:cNvPr id="43" name="Text 37"/>
          <p:cNvSpPr/>
          <p:nvPr/>
        </p:nvSpPr>
        <p:spPr>
          <a:xfrm>
            <a:off x="6355080" y="3666744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20" dirty="0"/>
          </a:p>
        </p:txBody>
      </p:sp>
      <p:sp>
        <p:nvSpPr>
          <p:cNvPr id="44" name="Text 38"/>
          <p:cNvSpPr/>
          <p:nvPr/>
        </p:nvSpPr>
        <p:spPr>
          <a:xfrm>
            <a:off x="6355080" y="3968496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⅓</a:t>
            </a:r>
            <a:endParaRPr lang="en-US" sz="580" dirty="0"/>
          </a:p>
        </p:txBody>
      </p:sp>
      <p:sp>
        <p:nvSpPr>
          <p:cNvPr id="45" name="Text 39"/>
          <p:cNvSpPr/>
          <p:nvPr/>
        </p:nvSpPr>
        <p:spPr>
          <a:xfrm>
            <a:off x="6355080" y="4270248"/>
            <a:ext cx="62659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</a:t>
            </a:r>
            <a:endParaRPr lang="en-US" sz="620" dirty="0"/>
          </a:p>
        </p:txBody>
      </p:sp>
      <p:sp>
        <p:nvSpPr>
          <p:cNvPr id="46" name="Shape 40"/>
          <p:cNvSpPr/>
          <p:nvPr/>
        </p:nvSpPr>
        <p:spPr>
          <a:xfrm>
            <a:off x="7155409" y="1307592"/>
            <a:ext cx="2996489" cy="3015234"/>
          </a:xfrm>
          <a:prstGeom prst="roundRect">
            <a:avLst>
              <a:gd name="adj" fmla="val 305"/>
            </a:avLst>
          </a:prstGeom>
          <a:solidFill>
            <a:srgbClr val="090B0F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7384009" y="1536192"/>
            <a:ext cx="2539289" cy="2558034"/>
          </a:xfrm>
          <a:prstGeom prst="roundRect">
            <a:avLst>
              <a:gd name="adj" fmla="val 2881"/>
            </a:avLst>
          </a:prstGeom>
          <a:solidFill>
            <a:srgbClr val="000000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93153" y="1545336"/>
            <a:ext cx="2521001" cy="2539746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8643137" y="1965960"/>
            <a:ext cx="1024128" cy="1097280"/>
          </a:xfrm>
          <a:prstGeom prst="roundRect">
            <a:avLst>
              <a:gd name="adj" fmla="val 10714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8826017" y="2103120"/>
            <a:ext cx="658368" cy="82296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8970858" y="2108606"/>
            <a:ext cx="368686" cy="368686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52" name="Shape 45"/>
          <p:cNvSpPr/>
          <p:nvPr/>
        </p:nvSpPr>
        <p:spPr>
          <a:xfrm rot="10800000">
            <a:off x="8919652" y="2031797"/>
            <a:ext cx="471099" cy="430134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53" name="Shape 46"/>
          <p:cNvSpPr/>
          <p:nvPr/>
        </p:nvSpPr>
        <p:spPr>
          <a:xfrm>
            <a:off x="8796757" y="2536546"/>
            <a:ext cx="716890" cy="384048"/>
          </a:xfrm>
          <a:prstGeom prst="roundRect">
            <a:avLst>
              <a:gd name="adj" fmla="val 28571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54" name="Shape 47"/>
          <p:cNvSpPr/>
          <p:nvPr/>
        </p:nvSpPr>
        <p:spPr>
          <a:xfrm>
            <a:off x="9447809" y="2075688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55" name="Shape 48"/>
          <p:cNvSpPr/>
          <p:nvPr/>
        </p:nvSpPr>
        <p:spPr>
          <a:xfrm>
            <a:off x="8930963" y="2002490"/>
            <a:ext cx="655460" cy="1117488"/>
          </a:xfrm>
          <a:prstGeom prst="rect">
            <a:avLst/>
          </a:prstGeom>
          <a:solidFill>
            <a:srgbClr val="000000">
              <a:alpha val="0"/>
            </a:srgbClr>
          </a:solidFill>
          <a:ln w="15240">
            <a:solidFill>
              <a:srgbClr val="7C8FFF"/>
            </a:solidFill>
            <a:prstDash val="solid"/>
          </a:ln>
        </p:spPr>
      </p:sp>
      <p:sp>
        <p:nvSpPr>
          <p:cNvPr id="56" name="Shape 49"/>
          <p:cNvSpPr/>
          <p:nvPr/>
        </p:nvSpPr>
        <p:spPr>
          <a:xfrm>
            <a:off x="8898959" y="1970486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57" name="Shape 50"/>
          <p:cNvSpPr/>
          <p:nvPr/>
        </p:nvSpPr>
        <p:spPr>
          <a:xfrm>
            <a:off x="9554419" y="1970486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8898959" y="308797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9554419" y="308797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9226689" y="1970486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9226689" y="308797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8898959" y="2529230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9554419" y="2529230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9031547" y="3193131"/>
            <a:ext cx="1225296" cy="219456"/>
          </a:xfrm>
          <a:prstGeom prst="roundRect">
            <a:avLst>
              <a:gd name="adj" fmla="val 33333"/>
            </a:avLst>
          </a:prstGeom>
          <a:solidFill>
            <a:srgbClr val="7C8FFF"/>
          </a:solidFill>
          <a:ln w="635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65" name="Text 58"/>
          <p:cNvSpPr/>
          <p:nvPr/>
        </p:nvSpPr>
        <p:spPr>
          <a:xfrm>
            <a:off x="9104699" y="3206847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· 640×360</a:t>
            </a:r>
            <a:endParaRPr lang="en-US" sz="740" dirty="0"/>
          </a:p>
        </p:txBody>
      </p:sp>
      <p:sp>
        <p:nvSpPr>
          <p:cNvPr id="66" name="Shape 59"/>
          <p:cNvSpPr/>
          <p:nvPr/>
        </p:nvSpPr>
        <p:spPr>
          <a:xfrm>
            <a:off x="7576033" y="3829050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67" name="Text 60"/>
          <p:cNvSpPr/>
          <p:nvPr/>
        </p:nvSpPr>
        <p:spPr>
          <a:xfrm>
            <a:off x="7649185" y="3842766"/>
            <a:ext cx="722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1440p · 60 fps</a:t>
            </a:r>
            <a:endParaRPr lang="en-US" sz="700" dirty="0"/>
          </a:p>
        </p:txBody>
      </p:sp>
      <p:sp>
        <p:nvSpPr>
          <p:cNvPr id="68" name="Shape 61"/>
          <p:cNvSpPr/>
          <p:nvPr/>
        </p:nvSpPr>
        <p:spPr>
          <a:xfrm>
            <a:off x="10151897" y="1307592"/>
            <a:ext cx="1204951" cy="4398264"/>
          </a:xfrm>
          <a:prstGeom prst="roundRect">
            <a:avLst>
              <a:gd name="adj" fmla="val 759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69" name="Text 62"/>
          <p:cNvSpPr/>
          <p:nvPr/>
        </p:nvSpPr>
        <p:spPr>
          <a:xfrm>
            <a:off x="10234193" y="1380744"/>
            <a:ext cx="84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</a:t>
            </a:r>
            <a:endParaRPr lang="en-US" sz="600" dirty="0"/>
          </a:p>
        </p:txBody>
      </p:sp>
      <p:pic>
        <p:nvPicPr>
          <p:cNvPr id="7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128248" y="1453896"/>
            <a:ext cx="91440" cy="91440"/>
          </a:xfrm>
          <a:prstGeom prst="rect">
            <a:avLst/>
          </a:prstGeom>
        </p:spPr>
      </p:pic>
      <p:sp>
        <p:nvSpPr>
          <p:cNvPr id="71" name="Shape 63"/>
          <p:cNvSpPr/>
          <p:nvPr/>
        </p:nvSpPr>
        <p:spPr>
          <a:xfrm>
            <a:off x="10261625" y="1636776"/>
            <a:ext cx="658368" cy="228600"/>
          </a:xfrm>
          <a:prstGeom prst="roundRect">
            <a:avLst>
              <a:gd name="adj" fmla="val 32000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pic>
        <p:nvPicPr>
          <p:cNvPr id="72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334777" y="1696212"/>
            <a:ext cx="109728" cy="109728"/>
          </a:xfrm>
          <a:prstGeom prst="rect">
            <a:avLst/>
          </a:prstGeom>
        </p:spPr>
      </p:pic>
      <p:sp>
        <p:nvSpPr>
          <p:cNvPr id="73" name="Text 64"/>
          <p:cNvSpPr/>
          <p:nvPr/>
        </p:nvSpPr>
        <p:spPr>
          <a:xfrm>
            <a:off x="10490225" y="1650492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730" dirty="0"/>
          </a:p>
        </p:txBody>
      </p:sp>
      <p:sp>
        <p:nvSpPr>
          <p:cNvPr id="74" name="Text 65"/>
          <p:cNvSpPr/>
          <p:nvPr/>
        </p:nvSpPr>
        <p:spPr>
          <a:xfrm>
            <a:off x="10261625" y="2002536"/>
            <a:ext cx="9946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880" dirty="0"/>
          </a:p>
        </p:txBody>
      </p:sp>
      <p:sp>
        <p:nvSpPr>
          <p:cNvPr id="75" name="Text 66"/>
          <p:cNvSpPr/>
          <p:nvPr/>
        </p:nvSpPr>
        <p:spPr>
          <a:xfrm>
            <a:off x="10261625" y="2295144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640" dirty="0"/>
          </a:p>
        </p:txBody>
      </p:sp>
      <p:sp>
        <p:nvSpPr>
          <p:cNvPr id="76" name="Shape 67"/>
          <p:cNvSpPr/>
          <p:nvPr/>
        </p:nvSpPr>
        <p:spPr>
          <a:xfrm>
            <a:off x="10545089" y="2295144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77" name="Text 68"/>
          <p:cNvSpPr/>
          <p:nvPr/>
        </p:nvSpPr>
        <p:spPr>
          <a:xfrm>
            <a:off x="10627385" y="2295144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960</a:t>
            </a:r>
            <a:endParaRPr lang="en-US" sz="640" dirty="0"/>
          </a:p>
        </p:txBody>
      </p:sp>
      <p:sp>
        <p:nvSpPr>
          <p:cNvPr id="78" name="Text 69"/>
          <p:cNvSpPr/>
          <p:nvPr/>
        </p:nvSpPr>
        <p:spPr>
          <a:xfrm>
            <a:off x="11036808" y="229514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580" dirty="0"/>
          </a:p>
        </p:txBody>
      </p:sp>
      <p:sp>
        <p:nvSpPr>
          <p:cNvPr id="79" name="Text 70"/>
          <p:cNvSpPr/>
          <p:nvPr/>
        </p:nvSpPr>
        <p:spPr>
          <a:xfrm>
            <a:off x="10261625" y="2615184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640" dirty="0"/>
          </a:p>
        </p:txBody>
      </p:sp>
      <p:sp>
        <p:nvSpPr>
          <p:cNvPr id="80" name="Shape 71"/>
          <p:cNvSpPr/>
          <p:nvPr/>
        </p:nvSpPr>
        <p:spPr>
          <a:xfrm>
            <a:off x="10545089" y="2615184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1" name="Text 72"/>
          <p:cNvSpPr/>
          <p:nvPr/>
        </p:nvSpPr>
        <p:spPr>
          <a:xfrm>
            <a:off x="10627385" y="2615184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494</a:t>
            </a:r>
            <a:endParaRPr lang="en-US" sz="640" dirty="0"/>
          </a:p>
        </p:txBody>
      </p:sp>
      <p:sp>
        <p:nvSpPr>
          <p:cNvPr id="82" name="Text 73"/>
          <p:cNvSpPr/>
          <p:nvPr/>
        </p:nvSpPr>
        <p:spPr>
          <a:xfrm>
            <a:off x="11036808" y="261518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580" dirty="0"/>
          </a:p>
        </p:txBody>
      </p:sp>
      <p:sp>
        <p:nvSpPr>
          <p:cNvPr id="83" name="Text 74"/>
          <p:cNvSpPr/>
          <p:nvPr/>
        </p:nvSpPr>
        <p:spPr>
          <a:xfrm>
            <a:off x="10261625" y="2935224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640" dirty="0"/>
          </a:p>
        </p:txBody>
      </p:sp>
      <p:sp>
        <p:nvSpPr>
          <p:cNvPr id="84" name="Shape 75"/>
          <p:cNvSpPr/>
          <p:nvPr/>
        </p:nvSpPr>
        <p:spPr>
          <a:xfrm>
            <a:off x="10545089" y="2935224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5" name="Text 76"/>
          <p:cNvSpPr/>
          <p:nvPr/>
        </p:nvSpPr>
        <p:spPr>
          <a:xfrm>
            <a:off x="10627385" y="2935224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640</a:t>
            </a:r>
            <a:endParaRPr lang="en-US" sz="640" dirty="0"/>
          </a:p>
        </p:txBody>
      </p:sp>
      <p:sp>
        <p:nvSpPr>
          <p:cNvPr id="86" name="Text 77"/>
          <p:cNvSpPr/>
          <p:nvPr/>
        </p:nvSpPr>
        <p:spPr>
          <a:xfrm>
            <a:off x="11036808" y="293522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580" dirty="0"/>
          </a:p>
        </p:txBody>
      </p:sp>
      <p:sp>
        <p:nvSpPr>
          <p:cNvPr id="87" name="Text 78"/>
          <p:cNvSpPr/>
          <p:nvPr/>
        </p:nvSpPr>
        <p:spPr>
          <a:xfrm>
            <a:off x="10261625" y="3255264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640" dirty="0"/>
          </a:p>
        </p:txBody>
      </p:sp>
      <p:sp>
        <p:nvSpPr>
          <p:cNvPr id="88" name="Shape 79"/>
          <p:cNvSpPr/>
          <p:nvPr/>
        </p:nvSpPr>
        <p:spPr>
          <a:xfrm>
            <a:off x="10545089" y="3255264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9" name="Text 80"/>
          <p:cNvSpPr/>
          <p:nvPr/>
        </p:nvSpPr>
        <p:spPr>
          <a:xfrm>
            <a:off x="10627385" y="3255264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360</a:t>
            </a:r>
            <a:endParaRPr lang="en-US" sz="640" dirty="0"/>
          </a:p>
        </p:txBody>
      </p:sp>
      <p:sp>
        <p:nvSpPr>
          <p:cNvPr id="90" name="Text 81"/>
          <p:cNvSpPr/>
          <p:nvPr/>
        </p:nvSpPr>
        <p:spPr>
          <a:xfrm>
            <a:off x="11036808" y="3255264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580" dirty="0"/>
          </a:p>
        </p:txBody>
      </p:sp>
      <p:sp>
        <p:nvSpPr>
          <p:cNvPr id="91" name="Text 82"/>
          <p:cNvSpPr/>
          <p:nvPr/>
        </p:nvSpPr>
        <p:spPr>
          <a:xfrm>
            <a:off x="10261625" y="3703320"/>
            <a:ext cx="9946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Appearance</a:t>
            </a:r>
            <a:endParaRPr lang="en-US" sz="880" dirty="0"/>
          </a:p>
        </p:txBody>
      </p:sp>
      <p:sp>
        <p:nvSpPr>
          <p:cNvPr id="92" name="Text 83"/>
          <p:cNvSpPr/>
          <p:nvPr/>
        </p:nvSpPr>
        <p:spPr>
          <a:xfrm>
            <a:off x="10261625" y="3995928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Alpha</a:t>
            </a:r>
            <a:endParaRPr lang="en-US" sz="640" dirty="0"/>
          </a:p>
        </p:txBody>
      </p:sp>
      <p:sp>
        <p:nvSpPr>
          <p:cNvPr id="93" name="Shape 84"/>
          <p:cNvSpPr/>
          <p:nvPr/>
        </p:nvSpPr>
        <p:spPr>
          <a:xfrm>
            <a:off x="10545089" y="3995928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4" name="Text 85"/>
          <p:cNvSpPr/>
          <p:nvPr/>
        </p:nvSpPr>
        <p:spPr>
          <a:xfrm>
            <a:off x="10627385" y="3995928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100</a:t>
            </a:r>
            <a:endParaRPr lang="en-US" sz="640" dirty="0"/>
          </a:p>
        </p:txBody>
      </p:sp>
      <p:sp>
        <p:nvSpPr>
          <p:cNvPr id="95" name="Text 86"/>
          <p:cNvSpPr/>
          <p:nvPr/>
        </p:nvSpPr>
        <p:spPr>
          <a:xfrm>
            <a:off x="11036808" y="399592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580" dirty="0"/>
          </a:p>
        </p:txBody>
      </p:sp>
      <p:sp>
        <p:nvSpPr>
          <p:cNvPr id="96" name="Text 87"/>
          <p:cNvSpPr/>
          <p:nvPr/>
        </p:nvSpPr>
        <p:spPr>
          <a:xfrm>
            <a:off x="10261625" y="4315968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Rad.</a:t>
            </a:r>
            <a:endParaRPr lang="en-US" sz="640" dirty="0"/>
          </a:p>
        </p:txBody>
      </p:sp>
      <p:sp>
        <p:nvSpPr>
          <p:cNvPr id="97" name="Shape 88"/>
          <p:cNvSpPr/>
          <p:nvPr/>
        </p:nvSpPr>
        <p:spPr>
          <a:xfrm>
            <a:off x="10545089" y="4315968"/>
            <a:ext cx="711175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8" name="Text 89"/>
          <p:cNvSpPr/>
          <p:nvPr/>
        </p:nvSpPr>
        <p:spPr>
          <a:xfrm>
            <a:off x="10627385" y="4315968"/>
            <a:ext cx="3911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18</a:t>
            </a:r>
            <a:endParaRPr lang="en-US" sz="640" dirty="0"/>
          </a:p>
        </p:txBody>
      </p:sp>
      <p:sp>
        <p:nvSpPr>
          <p:cNvPr id="99" name="Text 90"/>
          <p:cNvSpPr/>
          <p:nvPr/>
        </p:nvSpPr>
        <p:spPr>
          <a:xfrm>
            <a:off x="11036808" y="4315968"/>
            <a:ext cx="182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5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580" dirty="0"/>
          </a:p>
        </p:txBody>
      </p:sp>
      <p:sp>
        <p:nvSpPr>
          <p:cNvPr id="100" name="Shape 91"/>
          <p:cNvSpPr/>
          <p:nvPr/>
        </p:nvSpPr>
        <p:spPr>
          <a:xfrm>
            <a:off x="7155409" y="4322826"/>
            <a:ext cx="2996489" cy="1383030"/>
          </a:xfrm>
          <a:prstGeom prst="roundRect">
            <a:avLst>
              <a:gd name="adj" fmla="val 661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1" name="Text 92"/>
          <p:cNvSpPr/>
          <p:nvPr/>
        </p:nvSpPr>
        <p:spPr>
          <a:xfrm>
            <a:off x="7310857" y="4368546"/>
            <a:ext cx="252100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720" dirty="0"/>
          </a:p>
        </p:txBody>
      </p:sp>
      <p:pic>
        <p:nvPicPr>
          <p:cNvPr id="10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23297" y="4441698"/>
            <a:ext cx="91440" cy="91440"/>
          </a:xfrm>
          <a:prstGeom prst="rect">
            <a:avLst/>
          </a:prstGeom>
        </p:spPr>
      </p:pic>
      <p:sp>
        <p:nvSpPr>
          <p:cNvPr id="103" name="Shape 93"/>
          <p:cNvSpPr/>
          <p:nvPr/>
        </p:nvSpPr>
        <p:spPr>
          <a:xfrm>
            <a:off x="7219417" y="4624578"/>
            <a:ext cx="671398" cy="1044702"/>
          </a:xfrm>
          <a:prstGeom prst="roundRect">
            <a:avLst>
              <a:gd name="adj" fmla="val 108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04" name="Text 94"/>
          <p:cNvSpPr/>
          <p:nvPr/>
        </p:nvSpPr>
        <p:spPr>
          <a:xfrm>
            <a:off x="7283425" y="4652010"/>
            <a:ext cx="5433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endParaRPr lang="en-US" sz="680" dirty="0"/>
          </a:p>
        </p:txBody>
      </p:sp>
      <p:sp>
        <p:nvSpPr>
          <p:cNvPr id="105" name="Text 95"/>
          <p:cNvSpPr/>
          <p:nvPr/>
        </p:nvSpPr>
        <p:spPr>
          <a:xfrm>
            <a:off x="7265137" y="4780026"/>
            <a:ext cx="57995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MOTU M2</a:t>
            </a:r>
            <a:endParaRPr lang="en-US" sz="530" dirty="0"/>
          </a:p>
        </p:txBody>
      </p:sp>
      <p:sp>
        <p:nvSpPr>
          <p:cNvPr id="106" name="Shape 96"/>
          <p:cNvSpPr/>
          <p:nvPr/>
        </p:nvSpPr>
        <p:spPr>
          <a:xfrm>
            <a:off x="7301713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07" name="Shape 97"/>
          <p:cNvSpPr/>
          <p:nvPr/>
        </p:nvSpPr>
        <p:spPr>
          <a:xfrm>
            <a:off x="7329145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08" name="Shape 98"/>
          <p:cNvSpPr/>
          <p:nvPr/>
        </p:nvSpPr>
        <p:spPr>
          <a:xfrm>
            <a:off x="7329145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09" name="Shape 99"/>
          <p:cNvSpPr/>
          <p:nvPr/>
        </p:nvSpPr>
        <p:spPr>
          <a:xfrm>
            <a:off x="7329145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0" name="Shape 100"/>
          <p:cNvSpPr/>
          <p:nvPr/>
        </p:nvSpPr>
        <p:spPr>
          <a:xfrm>
            <a:off x="7329145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1" name="Shape 101"/>
          <p:cNvSpPr/>
          <p:nvPr/>
        </p:nvSpPr>
        <p:spPr>
          <a:xfrm>
            <a:off x="7329145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2" name="Shape 102"/>
          <p:cNvSpPr/>
          <p:nvPr/>
        </p:nvSpPr>
        <p:spPr>
          <a:xfrm>
            <a:off x="7329145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3" name="Shape 103"/>
          <p:cNvSpPr/>
          <p:nvPr/>
        </p:nvSpPr>
        <p:spPr>
          <a:xfrm>
            <a:off x="7329145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4" name="Shape 104"/>
          <p:cNvSpPr/>
          <p:nvPr/>
        </p:nvSpPr>
        <p:spPr>
          <a:xfrm>
            <a:off x="7329145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5" name="Shape 105"/>
          <p:cNvSpPr/>
          <p:nvPr/>
        </p:nvSpPr>
        <p:spPr>
          <a:xfrm>
            <a:off x="7329145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6" name="Shape 106"/>
          <p:cNvSpPr/>
          <p:nvPr/>
        </p:nvSpPr>
        <p:spPr>
          <a:xfrm>
            <a:off x="7329145" y="5138877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7" name="Shape 107"/>
          <p:cNvSpPr/>
          <p:nvPr/>
        </p:nvSpPr>
        <p:spPr>
          <a:xfrm>
            <a:off x="7329145" y="5113452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8" name="Shape 108"/>
          <p:cNvSpPr/>
          <p:nvPr/>
        </p:nvSpPr>
        <p:spPr>
          <a:xfrm>
            <a:off x="7329145" y="508802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9" name="Shape 109"/>
          <p:cNvSpPr/>
          <p:nvPr/>
        </p:nvSpPr>
        <p:spPr>
          <a:xfrm>
            <a:off x="7329145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0" name="Shape 110"/>
          <p:cNvSpPr/>
          <p:nvPr/>
        </p:nvSpPr>
        <p:spPr>
          <a:xfrm>
            <a:off x="7329145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1" name="Shape 111"/>
          <p:cNvSpPr/>
          <p:nvPr/>
        </p:nvSpPr>
        <p:spPr>
          <a:xfrm>
            <a:off x="7329145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2" name="Shape 112"/>
          <p:cNvSpPr/>
          <p:nvPr/>
        </p:nvSpPr>
        <p:spPr>
          <a:xfrm>
            <a:off x="7329145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3" name="Shape 113"/>
          <p:cNvSpPr/>
          <p:nvPr/>
        </p:nvSpPr>
        <p:spPr>
          <a:xfrm>
            <a:off x="7329145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4" name="Shape 114"/>
          <p:cNvSpPr/>
          <p:nvPr/>
        </p:nvSpPr>
        <p:spPr>
          <a:xfrm>
            <a:off x="7329145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5" name="Shape 115"/>
          <p:cNvSpPr/>
          <p:nvPr/>
        </p:nvSpPr>
        <p:spPr>
          <a:xfrm>
            <a:off x="7320001" y="499639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26" name="Shape 116"/>
          <p:cNvSpPr/>
          <p:nvPr/>
        </p:nvSpPr>
        <p:spPr>
          <a:xfrm>
            <a:off x="7420585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27" name="Shape 117"/>
          <p:cNvSpPr/>
          <p:nvPr/>
        </p:nvSpPr>
        <p:spPr>
          <a:xfrm>
            <a:off x="7448017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8" name="Shape 118"/>
          <p:cNvSpPr/>
          <p:nvPr/>
        </p:nvSpPr>
        <p:spPr>
          <a:xfrm>
            <a:off x="7448017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9" name="Shape 119"/>
          <p:cNvSpPr/>
          <p:nvPr/>
        </p:nvSpPr>
        <p:spPr>
          <a:xfrm>
            <a:off x="7448017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0" name="Shape 120"/>
          <p:cNvSpPr/>
          <p:nvPr/>
        </p:nvSpPr>
        <p:spPr>
          <a:xfrm>
            <a:off x="7448017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1" name="Shape 121"/>
          <p:cNvSpPr/>
          <p:nvPr/>
        </p:nvSpPr>
        <p:spPr>
          <a:xfrm>
            <a:off x="7448017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7448017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7448017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7448017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5" name="Shape 125"/>
          <p:cNvSpPr/>
          <p:nvPr/>
        </p:nvSpPr>
        <p:spPr>
          <a:xfrm>
            <a:off x="7448017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6" name="Shape 126"/>
          <p:cNvSpPr/>
          <p:nvPr/>
        </p:nvSpPr>
        <p:spPr>
          <a:xfrm>
            <a:off x="7448017" y="5138877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7" name="Shape 127"/>
          <p:cNvSpPr/>
          <p:nvPr/>
        </p:nvSpPr>
        <p:spPr>
          <a:xfrm>
            <a:off x="7448017" y="5113452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8" name="Shape 128"/>
          <p:cNvSpPr/>
          <p:nvPr/>
        </p:nvSpPr>
        <p:spPr>
          <a:xfrm>
            <a:off x="7448017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9" name="Shape 129"/>
          <p:cNvSpPr/>
          <p:nvPr/>
        </p:nvSpPr>
        <p:spPr>
          <a:xfrm>
            <a:off x="7448017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0" name="Shape 130"/>
          <p:cNvSpPr/>
          <p:nvPr/>
        </p:nvSpPr>
        <p:spPr>
          <a:xfrm>
            <a:off x="7448017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1" name="Shape 131"/>
          <p:cNvSpPr/>
          <p:nvPr/>
        </p:nvSpPr>
        <p:spPr>
          <a:xfrm>
            <a:off x="7448017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2" name="Shape 132"/>
          <p:cNvSpPr/>
          <p:nvPr/>
        </p:nvSpPr>
        <p:spPr>
          <a:xfrm>
            <a:off x="7448017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3" name="Shape 133"/>
          <p:cNvSpPr/>
          <p:nvPr/>
        </p:nvSpPr>
        <p:spPr>
          <a:xfrm>
            <a:off x="7448017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4" name="Shape 134"/>
          <p:cNvSpPr/>
          <p:nvPr/>
        </p:nvSpPr>
        <p:spPr>
          <a:xfrm>
            <a:off x="7448017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5" name="Shape 135"/>
          <p:cNvSpPr/>
          <p:nvPr/>
        </p:nvSpPr>
        <p:spPr>
          <a:xfrm>
            <a:off x="7438873" y="5019827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6" name="Shape 136"/>
          <p:cNvSpPr/>
          <p:nvPr/>
        </p:nvSpPr>
        <p:spPr>
          <a:xfrm>
            <a:off x="7612609" y="4962906"/>
            <a:ext cx="0" cy="39547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147" name="Shape 137"/>
          <p:cNvSpPr/>
          <p:nvPr/>
        </p:nvSpPr>
        <p:spPr>
          <a:xfrm>
            <a:off x="7557745" y="5081046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8" name="Shape 138"/>
          <p:cNvSpPr/>
          <p:nvPr/>
        </p:nvSpPr>
        <p:spPr>
          <a:xfrm>
            <a:off x="7561631" y="493547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49" name="Text 139"/>
          <p:cNvSpPr/>
          <p:nvPr/>
        </p:nvSpPr>
        <p:spPr>
          <a:xfrm>
            <a:off x="7634783" y="494919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150" name="Shape 140"/>
          <p:cNvSpPr/>
          <p:nvPr/>
        </p:nvSpPr>
        <p:spPr>
          <a:xfrm>
            <a:off x="7726223" y="493547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1" name="Text 141"/>
          <p:cNvSpPr/>
          <p:nvPr/>
        </p:nvSpPr>
        <p:spPr>
          <a:xfrm>
            <a:off x="7799375" y="494919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152" name="Shape 142"/>
          <p:cNvSpPr/>
          <p:nvPr/>
        </p:nvSpPr>
        <p:spPr>
          <a:xfrm>
            <a:off x="7561631" y="514578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4F65E8"/>
          </a:solidFill>
          <a:ln w="635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53" name="Text 143"/>
          <p:cNvSpPr/>
          <p:nvPr/>
        </p:nvSpPr>
        <p:spPr>
          <a:xfrm>
            <a:off x="7634783" y="515950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154" name="Text 144"/>
          <p:cNvSpPr/>
          <p:nvPr/>
        </p:nvSpPr>
        <p:spPr>
          <a:xfrm>
            <a:off x="7274281" y="5504688"/>
            <a:ext cx="56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+ VOD</a:t>
            </a:r>
            <a:endParaRPr lang="en-US" sz="540" dirty="0"/>
          </a:p>
        </p:txBody>
      </p:sp>
      <p:sp>
        <p:nvSpPr>
          <p:cNvPr id="155" name="Shape 145"/>
          <p:cNvSpPr/>
          <p:nvPr/>
        </p:nvSpPr>
        <p:spPr>
          <a:xfrm>
            <a:off x="7936535" y="4624578"/>
            <a:ext cx="671398" cy="1044702"/>
          </a:xfrm>
          <a:prstGeom prst="roundRect">
            <a:avLst>
              <a:gd name="adj" fmla="val 108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56" name="Text 146"/>
          <p:cNvSpPr/>
          <p:nvPr/>
        </p:nvSpPr>
        <p:spPr>
          <a:xfrm>
            <a:off x="8000543" y="4652010"/>
            <a:ext cx="5433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80" dirty="0"/>
          </a:p>
        </p:txBody>
      </p:sp>
      <p:sp>
        <p:nvSpPr>
          <p:cNvPr id="157" name="Text 147"/>
          <p:cNvSpPr/>
          <p:nvPr/>
        </p:nvSpPr>
        <p:spPr>
          <a:xfrm>
            <a:off x="7982255" y="4780026"/>
            <a:ext cx="57995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Audio</a:t>
            </a:r>
            <a:endParaRPr lang="en-US" sz="530" dirty="0"/>
          </a:p>
        </p:txBody>
      </p:sp>
      <p:sp>
        <p:nvSpPr>
          <p:cNvPr id="158" name="Shape 148"/>
          <p:cNvSpPr/>
          <p:nvPr/>
        </p:nvSpPr>
        <p:spPr>
          <a:xfrm>
            <a:off x="8018831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59" name="Shape 149"/>
          <p:cNvSpPr/>
          <p:nvPr/>
        </p:nvSpPr>
        <p:spPr>
          <a:xfrm>
            <a:off x="8046263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0" name="Shape 150"/>
          <p:cNvSpPr/>
          <p:nvPr/>
        </p:nvSpPr>
        <p:spPr>
          <a:xfrm>
            <a:off x="8046263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1" name="Shape 151"/>
          <p:cNvSpPr/>
          <p:nvPr/>
        </p:nvSpPr>
        <p:spPr>
          <a:xfrm>
            <a:off x="8046263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2" name="Shape 152"/>
          <p:cNvSpPr/>
          <p:nvPr/>
        </p:nvSpPr>
        <p:spPr>
          <a:xfrm>
            <a:off x="8046263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3" name="Shape 153"/>
          <p:cNvSpPr/>
          <p:nvPr/>
        </p:nvSpPr>
        <p:spPr>
          <a:xfrm>
            <a:off x="8046263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4" name="Shape 154"/>
          <p:cNvSpPr/>
          <p:nvPr/>
        </p:nvSpPr>
        <p:spPr>
          <a:xfrm>
            <a:off x="8046263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5" name="Shape 155"/>
          <p:cNvSpPr/>
          <p:nvPr/>
        </p:nvSpPr>
        <p:spPr>
          <a:xfrm>
            <a:off x="8046263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6" name="Shape 156"/>
          <p:cNvSpPr/>
          <p:nvPr/>
        </p:nvSpPr>
        <p:spPr>
          <a:xfrm>
            <a:off x="8046263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7" name="Shape 157"/>
          <p:cNvSpPr/>
          <p:nvPr/>
        </p:nvSpPr>
        <p:spPr>
          <a:xfrm>
            <a:off x="8046263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8" name="Shape 158"/>
          <p:cNvSpPr/>
          <p:nvPr/>
        </p:nvSpPr>
        <p:spPr>
          <a:xfrm>
            <a:off x="8046263" y="5138877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9" name="Shape 159"/>
          <p:cNvSpPr/>
          <p:nvPr/>
        </p:nvSpPr>
        <p:spPr>
          <a:xfrm>
            <a:off x="8046263" y="5113452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0" name="Shape 160"/>
          <p:cNvSpPr/>
          <p:nvPr/>
        </p:nvSpPr>
        <p:spPr>
          <a:xfrm>
            <a:off x="8046263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1" name="Shape 161"/>
          <p:cNvSpPr/>
          <p:nvPr/>
        </p:nvSpPr>
        <p:spPr>
          <a:xfrm>
            <a:off x="8046263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2" name="Shape 162"/>
          <p:cNvSpPr/>
          <p:nvPr/>
        </p:nvSpPr>
        <p:spPr>
          <a:xfrm>
            <a:off x="8046263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3" name="Shape 163"/>
          <p:cNvSpPr/>
          <p:nvPr/>
        </p:nvSpPr>
        <p:spPr>
          <a:xfrm>
            <a:off x="8046263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4" name="Shape 164"/>
          <p:cNvSpPr/>
          <p:nvPr/>
        </p:nvSpPr>
        <p:spPr>
          <a:xfrm>
            <a:off x="8046263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5" name="Shape 165"/>
          <p:cNvSpPr/>
          <p:nvPr/>
        </p:nvSpPr>
        <p:spPr>
          <a:xfrm>
            <a:off x="8046263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6" name="Shape 166"/>
          <p:cNvSpPr/>
          <p:nvPr/>
        </p:nvSpPr>
        <p:spPr>
          <a:xfrm>
            <a:off x="8046263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7" name="Shape 167"/>
          <p:cNvSpPr/>
          <p:nvPr/>
        </p:nvSpPr>
        <p:spPr>
          <a:xfrm>
            <a:off x="8037119" y="5071377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78" name="Shape 168"/>
          <p:cNvSpPr/>
          <p:nvPr/>
        </p:nvSpPr>
        <p:spPr>
          <a:xfrm>
            <a:off x="8137703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79" name="Shape 169"/>
          <p:cNvSpPr/>
          <p:nvPr/>
        </p:nvSpPr>
        <p:spPr>
          <a:xfrm>
            <a:off x="8165135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0" name="Shape 170"/>
          <p:cNvSpPr/>
          <p:nvPr/>
        </p:nvSpPr>
        <p:spPr>
          <a:xfrm>
            <a:off x="8165135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1" name="Shape 171"/>
          <p:cNvSpPr/>
          <p:nvPr/>
        </p:nvSpPr>
        <p:spPr>
          <a:xfrm>
            <a:off x="8165135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2" name="Shape 172"/>
          <p:cNvSpPr/>
          <p:nvPr/>
        </p:nvSpPr>
        <p:spPr>
          <a:xfrm>
            <a:off x="8165135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3" name="Shape 173"/>
          <p:cNvSpPr/>
          <p:nvPr/>
        </p:nvSpPr>
        <p:spPr>
          <a:xfrm>
            <a:off x="8165135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4" name="Shape 174"/>
          <p:cNvSpPr/>
          <p:nvPr/>
        </p:nvSpPr>
        <p:spPr>
          <a:xfrm>
            <a:off x="8165135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5" name="Shape 175"/>
          <p:cNvSpPr/>
          <p:nvPr/>
        </p:nvSpPr>
        <p:spPr>
          <a:xfrm>
            <a:off x="8165135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6" name="Shape 176"/>
          <p:cNvSpPr/>
          <p:nvPr/>
        </p:nvSpPr>
        <p:spPr>
          <a:xfrm>
            <a:off x="8165135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7" name="Shape 177"/>
          <p:cNvSpPr/>
          <p:nvPr/>
        </p:nvSpPr>
        <p:spPr>
          <a:xfrm>
            <a:off x="8165135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8" name="Shape 178"/>
          <p:cNvSpPr/>
          <p:nvPr/>
        </p:nvSpPr>
        <p:spPr>
          <a:xfrm>
            <a:off x="8165135" y="5138877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89" name="Shape 179"/>
          <p:cNvSpPr/>
          <p:nvPr/>
        </p:nvSpPr>
        <p:spPr>
          <a:xfrm>
            <a:off x="8165135" y="5113452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0" name="Shape 180"/>
          <p:cNvSpPr/>
          <p:nvPr/>
        </p:nvSpPr>
        <p:spPr>
          <a:xfrm>
            <a:off x="8165135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1" name="Shape 181"/>
          <p:cNvSpPr/>
          <p:nvPr/>
        </p:nvSpPr>
        <p:spPr>
          <a:xfrm>
            <a:off x="8165135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2" name="Shape 182"/>
          <p:cNvSpPr/>
          <p:nvPr/>
        </p:nvSpPr>
        <p:spPr>
          <a:xfrm>
            <a:off x="8165135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3" name="Shape 183"/>
          <p:cNvSpPr/>
          <p:nvPr/>
        </p:nvSpPr>
        <p:spPr>
          <a:xfrm>
            <a:off x="8165135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4" name="Shape 184"/>
          <p:cNvSpPr/>
          <p:nvPr/>
        </p:nvSpPr>
        <p:spPr>
          <a:xfrm>
            <a:off x="8165135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5" name="Shape 185"/>
          <p:cNvSpPr/>
          <p:nvPr/>
        </p:nvSpPr>
        <p:spPr>
          <a:xfrm>
            <a:off x="8165135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6" name="Shape 186"/>
          <p:cNvSpPr/>
          <p:nvPr/>
        </p:nvSpPr>
        <p:spPr>
          <a:xfrm>
            <a:off x="8165135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7" name="Shape 187"/>
          <p:cNvSpPr/>
          <p:nvPr/>
        </p:nvSpPr>
        <p:spPr>
          <a:xfrm>
            <a:off x="8155991" y="509480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8" name="Shape 188"/>
          <p:cNvSpPr/>
          <p:nvPr/>
        </p:nvSpPr>
        <p:spPr>
          <a:xfrm>
            <a:off x="8329727" y="4962906"/>
            <a:ext cx="0" cy="39547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199" name="Shape 189"/>
          <p:cNvSpPr/>
          <p:nvPr/>
        </p:nvSpPr>
        <p:spPr>
          <a:xfrm>
            <a:off x="8274863" y="5101529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0" name="Shape 190"/>
          <p:cNvSpPr/>
          <p:nvPr/>
        </p:nvSpPr>
        <p:spPr>
          <a:xfrm>
            <a:off x="8278749" y="493547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1" name="Text 191"/>
          <p:cNvSpPr/>
          <p:nvPr/>
        </p:nvSpPr>
        <p:spPr>
          <a:xfrm>
            <a:off x="8351901" y="494919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02" name="Shape 192"/>
          <p:cNvSpPr/>
          <p:nvPr/>
        </p:nvSpPr>
        <p:spPr>
          <a:xfrm>
            <a:off x="8443341" y="493547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3" name="Text 193"/>
          <p:cNvSpPr/>
          <p:nvPr/>
        </p:nvSpPr>
        <p:spPr>
          <a:xfrm>
            <a:off x="8516493" y="494919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04" name="Shape 194"/>
          <p:cNvSpPr/>
          <p:nvPr/>
        </p:nvSpPr>
        <p:spPr>
          <a:xfrm>
            <a:off x="8278749" y="514578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5" name="Text 195"/>
          <p:cNvSpPr/>
          <p:nvPr/>
        </p:nvSpPr>
        <p:spPr>
          <a:xfrm>
            <a:off x="8351901" y="515950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06" name="Text 196"/>
          <p:cNvSpPr/>
          <p:nvPr/>
        </p:nvSpPr>
        <p:spPr>
          <a:xfrm>
            <a:off x="7991399" y="5504688"/>
            <a:ext cx="56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07" name="Shape 197"/>
          <p:cNvSpPr/>
          <p:nvPr/>
        </p:nvSpPr>
        <p:spPr>
          <a:xfrm>
            <a:off x="8653653" y="4624578"/>
            <a:ext cx="671398" cy="1044702"/>
          </a:xfrm>
          <a:prstGeom prst="roundRect">
            <a:avLst>
              <a:gd name="adj" fmla="val 108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08" name="Text 198"/>
          <p:cNvSpPr/>
          <p:nvPr/>
        </p:nvSpPr>
        <p:spPr>
          <a:xfrm>
            <a:off x="8717661" y="4652010"/>
            <a:ext cx="5433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680" dirty="0"/>
          </a:p>
        </p:txBody>
      </p:sp>
      <p:sp>
        <p:nvSpPr>
          <p:cNvPr id="209" name="Text 199"/>
          <p:cNvSpPr/>
          <p:nvPr/>
        </p:nvSpPr>
        <p:spPr>
          <a:xfrm>
            <a:off x="8699373" y="4780026"/>
            <a:ext cx="57995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530" dirty="0"/>
          </a:p>
        </p:txBody>
      </p:sp>
      <p:sp>
        <p:nvSpPr>
          <p:cNvPr id="210" name="Shape 200"/>
          <p:cNvSpPr/>
          <p:nvPr/>
        </p:nvSpPr>
        <p:spPr>
          <a:xfrm>
            <a:off x="8735949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11" name="Shape 201"/>
          <p:cNvSpPr/>
          <p:nvPr/>
        </p:nvSpPr>
        <p:spPr>
          <a:xfrm>
            <a:off x="8763381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2" name="Shape 202"/>
          <p:cNvSpPr/>
          <p:nvPr/>
        </p:nvSpPr>
        <p:spPr>
          <a:xfrm>
            <a:off x="8763381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3" name="Shape 203"/>
          <p:cNvSpPr/>
          <p:nvPr/>
        </p:nvSpPr>
        <p:spPr>
          <a:xfrm>
            <a:off x="8763381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4" name="Shape 204"/>
          <p:cNvSpPr/>
          <p:nvPr/>
        </p:nvSpPr>
        <p:spPr>
          <a:xfrm>
            <a:off x="8763381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5" name="Shape 205"/>
          <p:cNvSpPr/>
          <p:nvPr/>
        </p:nvSpPr>
        <p:spPr>
          <a:xfrm>
            <a:off x="8763381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6" name="Shape 206"/>
          <p:cNvSpPr/>
          <p:nvPr/>
        </p:nvSpPr>
        <p:spPr>
          <a:xfrm>
            <a:off x="8763381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7" name="Shape 207"/>
          <p:cNvSpPr/>
          <p:nvPr/>
        </p:nvSpPr>
        <p:spPr>
          <a:xfrm>
            <a:off x="8763381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8" name="Shape 208"/>
          <p:cNvSpPr/>
          <p:nvPr/>
        </p:nvSpPr>
        <p:spPr>
          <a:xfrm>
            <a:off x="8763381" y="5189728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9" name="Shape 209"/>
          <p:cNvSpPr/>
          <p:nvPr/>
        </p:nvSpPr>
        <p:spPr>
          <a:xfrm>
            <a:off x="8763381" y="5164303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0" name="Shape 210"/>
          <p:cNvSpPr/>
          <p:nvPr/>
        </p:nvSpPr>
        <p:spPr>
          <a:xfrm>
            <a:off x="8763381" y="5138877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1" name="Shape 211"/>
          <p:cNvSpPr/>
          <p:nvPr/>
        </p:nvSpPr>
        <p:spPr>
          <a:xfrm>
            <a:off x="8763381" y="5113452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2" name="Shape 212"/>
          <p:cNvSpPr/>
          <p:nvPr/>
        </p:nvSpPr>
        <p:spPr>
          <a:xfrm>
            <a:off x="8763381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3" name="Shape 213"/>
          <p:cNvSpPr/>
          <p:nvPr/>
        </p:nvSpPr>
        <p:spPr>
          <a:xfrm>
            <a:off x="8763381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4" name="Shape 214"/>
          <p:cNvSpPr/>
          <p:nvPr/>
        </p:nvSpPr>
        <p:spPr>
          <a:xfrm>
            <a:off x="8763381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5" name="Shape 215"/>
          <p:cNvSpPr/>
          <p:nvPr/>
        </p:nvSpPr>
        <p:spPr>
          <a:xfrm>
            <a:off x="8763381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6" name="Shape 216"/>
          <p:cNvSpPr/>
          <p:nvPr/>
        </p:nvSpPr>
        <p:spPr>
          <a:xfrm>
            <a:off x="8763381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7" name="Shape 217"/>
          <p:cNvSpPr/>
          <p:nvPr/>
        </p:nvSpPr>
        <p:spPr>
          <a:xfrm>
            <a:off x="8763381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8" name="Shape 218"/>
          <p:cNvSpPr/>
          <p:nvPr/>
        </p:nvSpPr>
        <p:spPr>
          <a:xfrm>
            <a:off x="8763381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9" name="Shape 219"/>
          <p:cNvSpPr/>
          <p:nvPr/>
        </p:nvSpPr>
        <p:spPr>
          <a:xfrm>
            <a:off x="8754237" y="5136985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0" name="Shape 220"/>
          <p:cNvSpPr/>
          <p:nvPr/>
        </p:nvSpPr>
        <p:spPr>
          <a:xfrm>
            <a:off x="8854821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31" name="Shape 221"/>
          <p:cNvSpPr/>
          <p:nvPr/>
        </p:nvSpPr>
        <p:spPr>
          <a:xfrm>
            <a:off x="8882253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2" name="Shape 222"/>
          <p:cNvSpPr/>
          <p:nvPr/>
        </p:nvSpPr>
        <p:spPr>
          <a:xfrm>
            <a:off x="8882253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3" name="Shape 223"/>
          <p:cNvSpPr/>
          <p:nvPr/>
        </p:nvSpPr>
        <p:spPr>
          <a:xfrm>
            <a:off x="8882253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4" name="Shape 224"/>
          <p:cNvSpPr/>
          <p:nvPr/>
        </p:nvSpPr>
        <p:spPr>
          <a:xfrm>
            <a:off x="8882253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5" name="Shape 225"/>
          <p:cNvSpPr/>
          <p:nvPr/>
        </p:nvSpPr>
        <p:spPr>
          <a:xfrm>
            <a:off x="8882253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6" name="Shape 226"/>
          <p:cNvSpPr/>
          <p:nvPr/>
        </p:nvSpPr>
        <p:spPr>
          <a:xfrm>
            <a:off x="8882253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7" name="Shape 227"/>
          <p:cNvSpPr/>
          <p:nvPr/>
        </p:nvSpPr>
        <p:spPr>
          <a:xfrm>
            <a:off x="8882253" y="5215153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8" name="Shape 228"/>
          <p:cNvSpPr/>
          <p:nvPr/>
        </p:nvSpPr>
        <p:spPr>
          <a:xfrm>
            <a:off x="8882253" y="5189728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9" name="Shape 229"/>
          <p:cNvSpPr/>
          <p:nvPr/>
        </p:nvSpPr>
        <p:spPr>
          <a:xfrm>
            <a:off x="8882253" y="5164303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0" name="Shape 230"/>
          <p:cNvSpPr/>
          <p:nvPr/>
        </p:nvSpPr>
        <p:spPr>
          <a:xfrm>
            <a:off x="8882253" y="5138877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1" name="Shape 231"/>
          <p:cNvSpPr/>
          <p:nvPr/>
        </p:nvSpPr>
        <p:spPr>
          <a:xfrm>
            <a:off x="8882253" y="5113452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2" name="Shape 232"/>
          <p:cNvSpPr/>
          <p:nvPr/>
        </p:nvSpPr>
        <p:spPr>
          <a:xfrm>
            <a:off x="8882253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3" name="Shape 233"/>
          <p:cNvSpPr/>
          <p:nvPr/>
        </p:nvSpPr>
        <p:spPr>
          <a:xfrm>
            <a:off x="8882253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4" name="Shape 234"/>
          <p:cNvSpPr/>
          <p:nvPr/>
        </p:nvSpPr>
        <p:spPr>
          <a:xfrm>
            <a:off x="8882253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5" name="Shape 235"/>
          <p:cNvSpPr/>
          <p:nvPr/>
        </p:nvSpPr>
        <p:spPr>
          <a:xfrm>
            <a:off x="8882253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6" name="Shape 236"/>
          <p:cNvSpPr/>
          <p:nvPr/>
        </p:nvSpPr>
        <p:spPr>
          <a:xfrm>
            <a:off x="8882253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7" name="Shape 237"/>
          <p:cNvSpPr/>
          <p:nvPr/>
        </p:nvSpPr>
        <p:spPr>
          <a:xfrm>
            <a:off x="8882253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8" name="Shape 238"/>
          <p:cNvSpPr/>
          <p:nvPr/>
        </p:nvSpPr>
        <p:spPr>
          <a:xfrm>
            <a:off x="8882253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9" name="Shape 239"/>
          <p:cNvSpPr/>
          <p:nvPr/>
        </p:nvSpPr>
        <p:spPr>
          <a:xfrm>
            <a:off x="8873109" y="516041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0" name="Shape 240"/>
          <p:cNvSpPr/>
          <p:nvPr/>
        </p:nvSpPr>
        <p:spPr>
          <a:xfrm>
            <a:off x="9046845" y="4962906"/>
            <a:ext cx="0" cy="39547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51" name="Shape 241"/>
          <p:cNvSpPr/>
          <p:nvPr/>
        </p:nvSpPr>
        <p:spPr>
          <a:xfrm>
            <a:off x="8991981" y="5119451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2" name="Shape 242"/>
          <p:cNvSpPr/>
          <p:nvPr/>
        </p:nvSpPr>
        <p:spPr>
          <a:xfrm>
            <a:off x="8995867" y="493547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3" name="Text 243"/>
          <p:cNvSpPr/>
          <p:nvPr/>
        </p:nvSpPr>
        <p:spPr>
          <a:xfrm>
            <a:off x="9069019" y="494919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54" name="Shape 244"/>
          <p:cNvSpPr/>
          <p:nvPr/>
        </p:nvSpPr>
        <p:spPr>
          <a:xfrm>
            <a:off x="9160459" y="493547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5" name="Text 245"/>
          <p:cNvSpPr/>
          <p:nvPr/>
        </p:nvSpPr>
        <p:spPr>
          <a:xfrm>
            <a:off x="9233611" y="494919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56" name="Shape 246"/>
          <p:cNvSpPr/>
          <p:nvPr/>
        </p:nvSpPr>
        <p:spPr>
          <a:xfrm>
            <a:off x="8995867" y="514578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7" name="Text 247"/>
          <p:cNvSpPr/>
          <p:nvPr/>
        </p:nvSpPr>
        <p:spPr>
          <a:xfrm>
            <a:off x="9069019" y="515950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58" name="Text 248"/>
          <p:cNvSpPr/>
          <p:nvPr/>
        </p:nvSpPr>
        <p:spPr>
          <a:xfrm>
            <a:off x="8708517" y="5504688"/>
            <a:ext cx="56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 off</a:t>
            </a:r>
            <a:endParaRPr lang="en-US" sz="540" dirty="0"/>
          </a:p>
        </p:txBody>
      </p:sp>
      <p:sp>
        <p:nvSpPr>
          <p:cNvPr id="259" name="Shape 249"/>
          <p:cNvSpPr/>
          <p:nvPr/>
        </p:nvSpPr>
        <p:spPr>
          <a:xfrm>
            <a:off x="9370771" y="4624578"/>
            <a:ext cx="671398" cy="1044702"/>
          </a:xfrm>
          <a:prstGeom prst="roundRect">
            <a:avLst>
              <a:gd name="adj" fmla="val 108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60" name="Text 250"/>
          <p:cNvSpPr/>
          <p:nvPr/>
        </p:nvSpPr>
        <p:spPr>
          <a:xfrm>
            <a:off x="9434779" y="4652010"/>
            <a:ext cx="54338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680" dirty="0"/>
          </a:p>
        </p:txBody>
      </p:sp>
      <p:sp>
        <p:nvSpPr>
          <p:cNvPr id="261" name="Text 251"/>
          <p:cNvSpPr/>
          <p:nvPr/>
        </p:nvSpPr>
        <p:spPr>
          <a:xfrm>
            <a:off x="9416491" y="4780026"/>
            <a:ext cx="57995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530" dirty="0"/>
          </a:p>
        </p:txBody>
      </p:sp>
      <p:sp>
        <p:nvSpPr>
          <p:cNvPr id="262" name="Shape 252"/>
          <p:cNvSpPr/>
          <p:nvPr/>
        </p:nvSpPr>
        <p:spPr>
          <a:xfrm>
            <a:off x="9453067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63" name="Shape 253"/>
          <p:cNvSpPr/>
          <p:nvPr/>
        </p:nvSpPr>
        <p:spPr>
          <a:xfrm>
            <a:off x="9480499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4" name="Shape 254"/>
          <p:cNvSpPr/>
          <p:nvPr/>
        </p:nvSpPr>
        <p:spPr>
          <a:xfrm>
            <a:off x="9480499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5" name="Shape 255"/>
          <p:cNvSpPr/>
          <p:nvPr/>
        </p:nvSpPr>
        <p:spPr>
          <a:xfrm>
            <a:off x="9480499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6" name="Shape 256"/>
          <p:cNvSpPr/>
          <p:nvPr/>
        </p:nvSpPr>
        <p:spPr>
          <a:xfrm>
            <a:off x="9480499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7" name="Shape 257"/>
          <p:cNvSpPr/>
          <p:nvPr/>
        </p:nvSpPr>
        <p:spPr>
          <a:xfrm>
            <a:off x="9480499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8" name="Shape 258"/>
          <p:cNvSpPr/>
          <p:nvPr/>
        </p:nvSpPr>
        <p:spPr>
          <a:xfrm>
            <a:off x="9480499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9" name="Shape 259"/>
          <p:cNvSpPr/>
          <p:nvPr/>
        </p:nvSpPr>
        <p:spPr>
          <a:xfrm>
            <a:off x="9480499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0" name="Shape 260"/>
          <p:cNvSpPr/>
          <p:nvPr/>
        </p:nvSpPr>
        <p:spPr>
          <a:xfrm>
            <a:off x="9480499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1" name="Shape 261"/>
          <p:cNvSpPr/>
          <p:nvPr/>
        </p:nvSpPr>
        <p:spPr>
          <a:xfrm>
            <a:off x="9480499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2" name="Shape 262"/>
          <p:cNvSpPr/>
          <p:nvPr/>
        </p:nvSpPr>
        <p:spPr>
          <a:xfrm>
            <a:off x="9480499" y="5138877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3" name="Shape 263"/>
          <p:cNvSpPr/>
          <p:nvPr/>
        </p:nvSpPr>
        <p:spPr>
          <a:xfrm>
            <a:off x="9480499" y="5113452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4" name="Shape 264"/>
          <p:cNvSpPr/>
          <p:nvPr/>
        </p:nvSpPr>
        <p:spPr>
          <a:xfrm>
            <a:off x="9480499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5" name="Shape 265"/>
          <p:cNvSpPr/>
          <p:nvPr/>
        </p:nvSpPr>
        <p:spPr>
          <a:xfrm>
            <a:off x="9480499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6" name="Shape 266"/>
          <p:cNvSpPr/>
          <p:nvPr/>
        </p:nvSpPr>
        <p:spPr>
          <a:xfrm>
            <a:off x="9480499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7" name="Shape 267"/>
          <p:cNvSpPr/>
          <p:nvPr/>
        </p:nvSpPr>
        <p:spPr>
          <a:xfrm>
            <a:off x="9480499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8" name="Shape 268"/>
          <p:cNvSpPr/>
          <p:nvPr/>
        </p:nvSpPr>
        <p:spPr>
          <a:xfrm>
            <a:off x="9480499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9" name="Shape 269"/>
          <p:cNvSpPr/>
          <p:nvPr/>
        </p:nvSpPr>
        <p:spPr>
          <a:xfrm>
            <a:off x="9480499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0" name="Shape 270"/>
          <p:cNvSpPr/>
          <p:nvPr/>
        </p:nvSpPr>
        <p:spPr>
          <a:xfrm>
            <a:off x="9480499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1" name="Shape 271"/>
          <p:cNvSpPr/>
          <p:nvPr/>
        </p:nvSpPr>
        <p:spPr>
          <a:xfrm>
            <a:off x="9471355" y="503388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2" name="Shape 272"/>
          <p:cNvSpPr/>
          <p:nvPr/>
        </p:nvSpPr>
        <p:spPr>
          <a:xfrm>
            <a:off x="9571939" y="4935474"/>
            <a:ext cx="91440" cy="46863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83" name="Shape 273"/>
          <p:cNvSpPr/>
          <p:nvPr/>
        </p:nvSpPr>
        <p:spPr>
          <a:xfrm>
            <a:off x="9599371" y="5367706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4" name="Shape 274"/>
          <p:cNvSpPr/>
          <p:nvPr/>
        </p:nvSpPr>
        <p:spPr>
          <a:xfrm>
            <a:off x="9599371" y="534228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5" name="Shape 275"/>
          <p:cNvSpPr/>
          <p:nvPr/>
        </p:nvSpPr>
        <p:spPr>
          <a:xfrm>
            <a:off x="9599371" y="5316855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6" name="Shape 276"/>
          <p:cNvSpPr/>
          <p:nvPr/>
        </p:nvSpPr>
        <p:spPr>
          <a:xfrm>
            <a:off x="9599371" y="5291430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7" name="Shape 277"/>
          <p:cNvSpPr/>
          <p:nvPr/>
        </p:nvSpPr>
        <p:spPr>
          <a:xfrm>
            <a:off x="9599371" y="5266004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8" name="Shape 278"/>
          <p:cNvSpPr/>
          <p:nvPr/>
        </p:nvSpPr>
        <p:spPr>
          <a:xfrm>
            <a:off x="9599371" y="5240579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9" name="Shape 279"/>
          <p:cNvSpPr/>
          <p:nvPr/>
        </p:nvSpPr>
        <p:spPr>
          <a:xfrm>
            <a:off x="9599371" y="521515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0" name="Shape 280"/>
          <p:cNvSpPr/>
          <p:nvPr/>
        </p:nvSpPr>
        <p:spPr>
          <a:xfrm>
            <a:off x="9599371" y="5189728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1" name="Shape 281"/>
          <p:cNvSpPr/>
          <p:nvPr/>
        </p:nvSpPr>
        <p:spPr>
          <a:xfrm>
            <a:off x="9599371" y="5164303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2" name="Shape 282"/>
          <p:cNvSpPr/>
          <p:nvPr/>
        </p:nvSpPr>
        <p:spPr>
          <a:xfrm>
            <a:off x="9599371" y="5138877"/>
            <a:ext cx="36576" cy="14453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3" name="Shape 283"/>
          <p:cNvSpPr/>
          <p:nvPr/>
        </p:nvSpPr>
        <p:spPr>
          <a:xfrm>
            <a:off x="9599371" y="5113452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4" name="Shape 284"/>
          <p:cNvSpPr/>
          <p:nvPr/>
        </p:nvSpPr>
        <p:spPr>
          <a:xfrm>
            <a:off x="9599371" y="508802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5" name="Shape 285"/>
          <p:cNvSpPr/>
          <p:nvPr/>
        </p:nvSpPr>
        <p:spPr>
          <a:xfrm>
            <a:off x="9599371" y="5062601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6" name="Shape 286"/>
          <p:cNvSpPr/>
          <p:nvPr/>
        </p:nvSpPr>
        <p:spPr>
          <a:xfrm>
            <a:off x="9599371" y="5037176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7" name="Shape 287"/>
          <p:cNvSpPr/>
          <p:nvPr/>
        </p:nvSpPr>
        <p:spPr>
          <a:xfrm>
            <a:off x="9599371" y="5011750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8" name="Shape 288"/>
          <p:cNvSpPr/>
          <p:nvPr/>
        </p:nvSpPr>
        <p:spPr>
          <a:xfrm>
            <a:off x="9599371" y="4986325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9" name="Shape 289"/>
          <p:cNvSpPr/>
          <p:nvPr/>
        </p:nvSpPr>
        <p:spPr>
          <a:xfrm>
            <a:off x="9599371" y="4960899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0" name="Shape 290"/>
          <p:cNvSpPr/>
          <p:nvPr/>
        </p:nvSpPr>
        <p:spPr>
          <a:xfrm>
            <a:off x="9599371" y="4935474"/>
            <a:ext cx="36576" cy="14453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1" name="Shape 291"/>
          <p:cNvSpPr/>
          <p:nvPr/>
        </p:nvSpPr>
        <p:spPr>
          <a:xfrm>
            <a:off x="9590227" y="505731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2" name="Shape 292"/>
          <p:cNvSpPr/>
          <p:nvPr/>
        </p:nvSpPr>
        <p:spPr>
          <a:xfrm>
            <a:off x="9763963" y="4962906"/>
            <a:ext cx="0" cy="39547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303" name="Shape 293"/>
          <p:cNvSpPr/>
          <p:nvPr/>
        </p:nvSpPr>
        <p:spPr>
          <a:xfrm>
            <a:off x="9709099" y="5091288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4" name="Shape 294"/>
          <p:cNvSpPr/>
          <p:nvPr/>
        </p:nvSpPr>
        <p:spPr>
          <a:xfrm>
            <a:off x="9712985" y="493547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305" name="Text 295"/>
          <p:cNvSpPr/>
          <p:nvPr/>
        </p:nvSpPr>
        <p:spPr>
          <a:xfrm>
            <a:off x="9786137" y="494919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306" name="Shape 296"/>
          <p:cNvSpPr/>
          <p:nvPr/>
        </p:nvSpPr>
        <p:spPr>
          <a:xfrm>
            <a:off x="9877577" y="493547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7" name="Text 297"/>
          <p:cNvSpPr/>
          <p:nvPr/>
        </p:nvSpPr>
        <p:spPr>
          <a:xfrm>
            <a:off x="9950729" y="494919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308" name="Shape 298"/>
          <p:cNvSpPr/>
          <p:nvPr/>
        </p:nvSpPr>
        <p:spPr>
          <a:xfrm>
            <a:off x="9712985" y="514578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9" name="Text 299"/>
          <p:cNvSpPr/>
          <p:nvPr/>
        </p:nvSpPr>
        <p:spPr>
          <a:xfrm>
            <a:off x="9786137" y="515950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310" name="Text 300"/>
          <p:cNvSpPr/>
          <p:nvPr/>
        </p:nvSpPr>
        <p:spPr>
          <a:xfrm>
            <a:off x="9425635" y="5504688"/>
            <a:ext cx="56167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311" name="Text 301"/>
          <p:cNvSpPr/>
          <p:nvPr/>
        </p:nvSpPr>
        <p:spPr>
          <a:xfrm>
            <a:off x="749808" y="61447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54C57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29.07.2026</a:t>
            </a:r>
            <a:endParaRPr lang="en-US" sz="850" dirty="0"/>
          </a:p>
        </p:txBody>
      </p:sp>
      <p:sp>
        <p:nvSpPr>
          <p:cNvPr id="312" name="Text 302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pack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CONTINUITY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Conserver le symbole. Repenser entièrement le produit.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logo géométrique reste fort en monochrome. Le langage web full-white, lui, ne doit pas être transposé au studio desktop.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874520"/>
            <a:ext cx="3108960" cy="3429000"/>
          </a:xfrm>
          <a:prstGeom prst="roundRect">
            <a:avLst>
              <a:gd name="adj" fmla="val 4706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2029968"/>
            <a:ext cx="2468880" cy="2468880"/>
          </a:xfrm>
          <a:prstGeom prst="ellipse">
            <a:avLst/>
          </a:prstGeom>
          <a:solidFill>
            <a:srgbClr val="7C8FFF">
              <a:alpha val="10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51560" y="2377440"/>
            <a:ext cx="2194560" cy="1097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24128" y="384048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Symbole conservé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60120" y="427939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Solide, monochrome, lisible à 16 px.</a:t>
            </a:r>
            <a:endParaRPr lang="en-US" sz="940" dirty="0"/>
          </a:p>
        </p:txBody>
      </p:sp>
      <p:sp>
        <p:nvSpPr>
          <p:cNvPr id="13" name="Shape 10"/>
          <p:cNvSpPr/>
          <p:nvPr/>
        </p:nvSpPr>
        <p:spPr>
          <a:xfrm>
            <a:off x="4069080" y="1874520"/>
            <a:ext cx="7498080" cy="1417320"/>
          </a:xfrm>
          <a:prstGeom prst="roundRect">
            <a:avLst>
              <a:gd name="adj" fmla="val 10323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15968" y="20574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icon / tray / titlebar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389120" y="249631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07080A"/>
          </a:solidFill>
          <a:ln w="7620">
            <a:solidFill>
              <a:srgbClr val="353D49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98848" y="2674620"/>
            <a:ext cx="438912" cy="2194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623560" y="249631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F4F6F8"/>
          </a:solidFill>
          <a:ln w="7620">
            <a:solidFill>
              <a:srgbClr val="353D4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3288" y="2674620"/>
            <a:ext cx="438912" cy="219456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858000" y="249631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4F65E8"/>
          </a:solidFill>
          <a:ln w="15240">
            <a:solidFill>
              <a:srgbClr val="A9B6FF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67728" y="2674620"/>
            <a:ext cx="438912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092440" y="2496312"/>
            <a:ext cx="658368" cy="658368"/>
          </a:xfrm>
          <a:prstGeom prst="roundRect">
            <a:avLst>
              <a:gd name="adj" fmla="val 22222"/>
            </a:avLst>
          </a:prstGeom>
          <a:solidFill>
            <a:srgbClr val="1B2029"/>
          </a:solidFill>
          <a:ln w="7620">
            <a:solidFill>
              <a:srgbClr val="353D49"/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202168" y="2674620"/>
            <a:ext cx="438912" cy="219456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144000" y="2496312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Monochrome-first. Accent uniquement sur le container, le focus ou le statut — jamais un gradient dans le glyph.</a:t>
            </a:r>
            <a:endParaRPr lang="en-US" sz="880" dirty="0"/>
          </a:p>
        </p:txBody>
      </p:sp>
      <p:sp>
        <p:nvSpPr>
          <p:cNvPr id="24" name="Shape 17"/>
          <p:cNvSpPr/>
          <p:nvPr/>
        </p:nvSpPr>
        <p:spPr>
          <a:xfrm>
            <a:off x="4069080" y="3584448"/>
            <a:ext cx="3520440" cy="1719072"/>
          </a:xfrm>
          <a:prstGeom prst="roundRect">
            <a:avLst>
              <a:gd name="adj" fmla="val 6383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297680" y="378561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5D3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garder</a:t>
            </a:r>
            <a:endParaRPr lang="en-US" sz="11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15968" y="4160520"/>
            <a:ext cx="91440" cy="9144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4498848" y="408736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Précision des espacements</a:t>
            </a:r>
            <a:endParaRPr lang="en-US" sz="87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315968" y="4425696"/>
            <a:ext cx="91440" cy="914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98848" y="4352544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Micro-interactions discrètes</a:t>
            </a:r>
            <a:endParaRPr lang="en-US" sz="87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15968" y="4690872"/>
            <a:ext cx="91440" cy="91440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4498848" y="461772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sémantiques</a:t>
            </a:r>
            <a:endParaRPr lang="en-US" sz="870" dirty="0"/>
          </a:p>
        </p:txBody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315968" y="4956048"/>
            <a:ext cx="91440" cy="91440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4498848" y="4882896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Iconographie cohérente</a:t>
            </a:r>
            <a:endParaRPr lang="en-US" sz="870" dirty="0"/>
          </a:p>
        </p:txBody>
      </p:sp>
      <p:sp>
        <p:nvSpPr>
          <p:cNvPr id="34" name="Shape 23"/>
          <p:cNvSpPr/>
          <p:nvPr/>
        </p:nvSpPr>
        <p:spPr>
          <a:xfrm>
            <a:off x="7818120" y="3584448"/>
            <a:ext cx="3749040" cy="1719072"/>
          </a:xfrm>
          <a:prstGeom prst="roundRect">
            <a:avLst>
              <a:gd name="adj" fmla="val 6383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5" name="Text 24"/>
          <p:cNvSpPr/>
          <p:nvPr/>
        </p:nvSpPr>
        <p:spPr>
          <a:xfrm>
            <a:off x="8046720" y="3785616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À abandonner</a:t>
            </a:r>
            <a:endParaRPr lang="en-US" sz="110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065008" y="4160520"/>
            <a:ext cx="91440" cy="91440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247888" y="408736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 SaaS blanc</a:t>
            </a:r>
            <a:endParaRPr lang="en-US" sz="87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65008" y="4425696"/>
            <a:ext cx="91440" cy="91440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247888" y="43525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Cards isolées partout</a:t>
            </a:r>
            <a:endParaRPr lang="en-US" sz="870" dirty="0"/>
          </a:p>
        </p:txBody>
      </p:sp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065008" y="4690872"/>
            <a:ext cx="91440" cy="91440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247888" y="461772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Grands rayons par défaut</a:t>
            </a:r>
            <a:endParaRPr lang="en-US" sz="87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065008" y="4956048"/>
            <a:ext cx="91440" cy="91440"/>
          </a:xfrm>
          <a:prstGeom prst="rect">
            <a:avLst/>
          </a:prstGeom>
        </p:spPr>
      </p:pic>
      <p:sp>
        <p:nvSpPr>
          <p:cNvPr id="43" name="Text 28"/>
          <p:cNvSpPr/>
          <p:nvPr/>
        </p:nvSpPr>
        <p:spPr>
          <a:xfrm>
            <a:off x="8247888" y="488289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Pastel comme identité dominante</a:t>
            </a:r>
            <a:endParaRPr lang="en-US" sz="870" dirty="0"/>
          </a:p>
        </p:txBody>
      </p:sp>
      <p:sp>
        <p:nvSpPr>
          <p:cNvPr id="44" name="Text 2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2026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Ce que l’on emprunte — sans copier.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Quatre références, quatre rôles différents : sensation native, hiérarchie, profondeur fonctionnelle et topologie de studio.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16916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101319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18013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Raycast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4944" y="2167128"/>
            <a:ext cx="2450592" cy="3227832"/>
          </a:xfrm>
          <a:prstGeom prst="roundRect">
            <a:avLst>
              <a:gd name="adj" fmla="val 2985"/>
            </a:avLst>
          </a:prstGeom>
          <a:solidFill>
            <a:srgbClr val="0A0C0F"/>
          </a:solidFill>
          <a:ln w="6350">
            <a:solidFill>
              <a:srgbClr val="353D4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7824" y="2368296"/>
            <a:ext cx="2084832" cy="320040"/>
          </a:xfrm>
          <a:prstGeom prst="roundRect">
            <a:avLst>
              <a:gd name="adj" fmla="val 22857"/>
            </a:avLst>
          </a:prstGeom>
          <a:solidFill>
            <a:srgbClr val="151922">
              <a:alpha val="92000"/>
            </a:srgbClr>
          </a:solidFill>
          <a:ln w="7620">
            <a:solidFill>
              <a:srgbClr val="353D49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5840" y="2478024"/>
            <a:ext cx="109728" cy="10972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225296" y="2368296"/>
            <a:ext cx="1581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commands…</a:t>
            </a:r>
            <a:endParaRPr lang="en-US" sz="830" dirty="0"/>
          </a:p>
        </p:txBody>
      </p:sp>
      <p:sp>
        <p:nvSpPr>
          <p:cNvPr id="14" name="Shape 11"/>
          <p:cNvSpPr/>
          <p:nvPr/>
        </p:nvSpPr>
        <p:spPr>
          <a:xfrm>
            <a:off x="896112" y="2825496"/>
            <a:ext cx="2048256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8408" y="2907792"/>
            <a:ext cx="118872" cy="1188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61288" y="2825496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project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2468880" y="2889504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496312" y="288950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↵</a:t>
            </a:r>
            <a:endParaRPr lang="en-US" sz="75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78408" y="3209544"/>
            <a:ext cx="118872" cy="1188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161288" y="3127248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recording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2468880" y="3191256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496312" y="3191256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</a:t>
            </a:r>
            <a:endParaRPr lang="en-US" sz="7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78408" y="3511296"/>
            <a:ext cx="118872" cy="1188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61288" y="3429000"/>
            <a:ext cx="1252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devices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2468880" y="3493008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2496312" y="3493008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A</a:t>
            </a:r>
            <a:endParaRPr lang="en-US" sz="750" dirty="0"/>
          </a:p>
        </p:txBody>
      </p:sp>
      <p:sp>
        <p:nvSpPr>
          <p:cNvPr id="27" name="Text 21"/>
          <p:cNvSpPr/>
          <p:nvPr/>
        </p:nvSpPr>
        <p:spPr>
          <a:xfrm>
            <a:off x="704088" y="55046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Verre limité aux surfaces flottantes. Tout doit sembler natif, rapide et exact.</a:t>
            </a:r>
            <a:endParaRPr lang="en-US" sz="820" dirty="0"/>
          </a:p>
        </p:txBody>
      </p:sp>
      <p:sp>
        <p:nvSpPr>
          <p:cNvPr id="28" name="Shape 22"/>
          <p:cNvSpPr/>
          <p:nvPr/>
        </p:nvSpPr>
        <p:spPr>
          <a:xfrm>
            <a:off x="3520440" y="1691640"/>
            <a:ext cx="2743200" cy="4251960"/>
          </a:xfrm>
          <a:prstGeom prst="roundRect">
            <a:avLst>
              <a:gd name="adj" fmla="val 4000"/>
            </a:avLst>
          </a:prstGeom>
          <a:solidFill>
            <a:srgbClr val="101319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666744" y="1801368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Linear</a:t>
            </a:r>
            <a:endParaRPr lang="en-US" sz="1100" dirty="0"/>
          </a:p>
        </p:txBody>
      </p:sp>
      <p:sp>
        <p:nvSpPr>
          <p:cNvPr id="30" name="Shape 24"/>
          <p:cNvSpPr/>
          <p:nvPr/>
        </p:nvSpPr>
        <p:spPr>
          <a:xfrm>
            <a:off x="3666744" y="2167128"/>
            <a:ext cx="2450592" cy="3227832"/>
          </a:xfrm>
          <a:prstGeom prst="roundRect">
            <a:avLst>
              <a:gd name="adj" fmla="val 2985"/>
            </a:avLst>
          </a:prstGeom>
          <a:solidFill>
            <a:srgbClr val="0A0C0F"/>
          </a:solidFill>
          <a:ln w="6350">
            <a:solidFill>
              <a:srgbClr val="353D49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3776472" y="2276856"/>
            <a:ext cx="686166" cy="3008376"/>
          </a:xfrm>
          <a:prstGeom prst="roundRect">
            <a:avLst>
              <a:gd name="adj" fmla="val 6663"/>
            </a:avLst>
          </a:prstGeom>
          <a:solidFill>
            <a:srgbClr val="0A0B0E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04488" y="2450592"/>
            <a:ext cx="118872" cy="11887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87368" y="2368296"/>
            <a:ext cx="18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Inbox</a:t>
            </a:r>
            <a:endParaRPr lang="en-US" sz="730" dirty="0"/>
          </a:p>
        </p:txBody>
      </p:sp>
      <p:sp>
        <p:nvSpPr>
          <p:cNvPr id="34" name="Shape 27"/>
          <p:cNvSpPr/>
          <p:nvPr/>
        </p:nvSpPr>
        <p:spPr>
          <a:xfrm>
            <a:off x="3822192" y="2624328"/>
            <a:ext cx="563636" cy="228600"/>
          </a:xfrm>
          <a:prstGeom prst="roundRect">
            <a:avLst>
              <a:gd name="adj" fmla="val 2400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904488" y="2706624"/>
            <a:ext cx="118872" cy="118872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4087368" y="2624328"/>
            <a:ext cx="18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</a:t>
            </a:r>
            <a:endParaRPr lang="en-US" sz="73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904488" y="2962656"/>
            <a:ext cx="118872" cy="118872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4087368" y="2880360"/>
            <a:ext cx="18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Views</a:t>
            </a:r>
            <a:endParaRPr lang="en-US" sz="730" dirty="0"/>
          </a:p>
        </p:txBody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904488" y="3218688"/>
            <a:ext cx="118872" cy="11887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4087368" y="3136392"/>
            <a:ext cx="18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Agents</a:t>
            </a:r>
            <a:endParaRPr lang="en-US" sz="73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904488" y="3474720"/>
            <a:ext cx="118872" cy="118872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4087368" y="3392424"/>
            <a:ext cx="1887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Settings</a:t>
            </a:r>
            <a:endParaRPr lang="en-US" sz="730" dirty="0"/>
          </a:p>
        </p:txBody>
      </p:sp>
      <p:sp>
        <p:nvSpPr>
          <p:cNvPr id="43" name="Shape 32"/>
          <p:cNvSpPr/>
          <p:nvPr/>
        </p:nvSpPr>
        <p:spPr>
          <a:xfrm>
            <a:off x="4720499" y="2331720"/>
            <a:ext cx="1176284" cy="228600"/>
          </a:xfrm>
          <a:prstGeom prst="roundRect">
            <a:avLst>
              <a:gd name="adj" fmla="val 20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4" name="Shape 33"/>
          <p:cNvSpPr/>
          <p:nvPr/>
        </p:nvSpPr>
        <p:spPr>
          <a:xfrm>
            <a:off x="4720499" y="2679192"/>
            <a:ext cx="1176284" cy="228600"/>
          </a:xfrm>
          <a:prstGeom prst="roundRect">
            <a:avLst>
              <a:gd name="adj" fmla="val 20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5" name="Shape 34"/>
          <p:cNvSpPr/>
          <p:nvPr/>
        </p:nvSpPr>
        <p:spPr>
          <a:xfrm>
            <a:off x="4720499" y="3026664"/>
            <a:ext cx="931225" cy="228600"/>
          </a:xfrm>
          <a:prstGeom prst="roundRect">
            <a:avLst>
              <a:gd name="adj" fmla="val 20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6" name="Shape 35"/>
          <p:cNvSpPr/>
          <p:nvPr/>
        </p:nvSpPr>
        <p:spPr>
          <a:xfrm>
            <a:off x="4720499" y="3374136"/>
            <a:ext cx="1102766" cy="228600"/>
          </a:xfrm>
          <a:prstGeom prst="roundRect">
            <a:avLst>
              <a:gd name="adj" fmla="val 20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3675888" y="5504688"/>
            <a:ext cx="24323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 plus sombre que le contenu, navigation cohérente, densité calme.</a:t>
            </a:r>
            <a:endParaRPr lang="en-US" sz="820" dirty="0"/>
          </a:p>
        </p:txBody>
      </p:sp>
      <p:sp>
        <p:nvSpPr>
          <p:cNvPr id="48" name="Shape 37"/>
          <p:cNvSpPr/>
          <p:nvPr/>
        </p:nvSpPr>
        <p:spPr>
          <a:xfrm>
            <a:off x="6492240" y="1691640"/>
            <a:ext cx="2514600" cy="4251960"/>
          </a:xfrm>
          <a:prstGeom prst="roundRect">
            <a:avLst>
              <a:gd name="adj" fmla="val 4364"/>
            </a:avLst>
          </a:prstGeom>
          <a:solidFill>
            <a:srgbClr val="101319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49" name="Text 38"/>
          <p:cNvSpPr/>
          <p:nvPr/>
        </p:nvSpPr>
        <p:spPr>
          <a:xfrm>
            <a:off x="6638544" y="1801368"/>
            <a:ext cx="2221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Cursor</a:t>
            </a:r>
            <a:endParaRPr lang="en-US" sz="1100" dirty="0"/>
          </a:p>
        </p:txBody>
      </p:sp>
      <p:sp>
        <p:nvSpPr>
          <p:cNvPr id="50" name="Shape 39"/>
          <p:cNvSpPr/>
          <p:nvPr/>
        </p:nvSpPr>
        <p:spPr>
          <a:xfrm>
            <a:off x="6638544" y="2167128"/>
            <a:ext cx="2221992" cy="3227832"/>
          </a:xfrm>
          <a:prstGeom prst="roundRect">
            <a:avLst>
              <a:gd name="adj" fmla="val 3292"/>
            </a:avLst>
          </a:prstGeom>
          <a:solidFill>
            <a:srgbClr val="0A0C0F"/>
          </a:solidFill>
          <a:ln w="6350">
            <a:solidFill>
              <a:srgbClr val="353D49"/>
            </a:solidFill>
            <a:prstDash val="solid"/>
          </a:ln>
        </p:spPr>
      </p:sp>
      <p:sp>
        <p:nvSpPr>
          <p:cNvPr id="51" name="Shape 40"/>
          <p:cNvSpPr/>
          <p:nvPr/>
        </p:nvSpPr>
        <p:spPr>
          <a:xfrm>
            <a:off x="6748272" y="2276856"/>
            <a:ext cx="622158" cy="3008376"/>
          </a:xfrm>
          <a:prstGeom prst="roundRect">
            <a:avLst>
              <a:gd name="adj" fmla="val 5879"/>
            </a:avLst>
          </a:prstGeom>
          <a:solidFill>
            <a:srgbClr val="0B0D11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2" name="Shape 41"/>
          <p:cNvSpPr/>
          <p:nvPr/>
        </p:nvSpPr>
        <p:spPr>
          <a:xfrm>
            <a:off x="6803136" y="2368296"/>
            <a:ext cx="377739" cy="201168"/>
          </a:xfrm>
          <a:prstGeom prst="roundRect">
            <a:avLst>
              <a:gd name="adj" fmla="val 22727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3" name="Shape 42"/>
          <p:cNvSpPr/>
          <p:nvPr/>
        </p:nvSpPr>
        <p:spPr>
          <a:xfrm>
            <a:off x="6803136" y="2688336"/>
            <a:ext cx="377739" cy="201168"/>
          </a:xfrm>
          <a:prstGeom prst="roundRect">
            <a:avLst>
              <a:gd name="adj" fmla="val 22727"/>
            </a:avLst>
          </a:prstGeom>
          <a:solidFill>
            <a:srgbClr val="1B202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4" name="Shape 43"/>
          <p:cNvSpPr/>
          <p:nvPr/>
        </p:nvSpPr>
        <p:spPr>
          <a:xfrm>
            <a:off x="6803136" y="3008376"/>
            <a:ext cx="377739" cy="201168"/>
          </a:xfrm>
          <a:prstGeom prst="roundRect">
            <a:avLst>
              <a:gd name="adj" fmla="val 22727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5" name="Shape 44"/>
          <p:cNvSpPr/>
          <p:nvPr/>
        </p:nvSpPr>
        <p:spPr>
          <a:xfrm>
            <a:off x="6803136" y="3328416"/>
            <a:ext cx="377739" cy="201168"/>
          </a:xfrm>
          <a:prstGeom prst="roundRect">
            <a:avLst>
              <a:gd name="adj" fmla="val 22727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6" name="Shape 45"/>
          <p:cNvSpPr/>
          <p:nvPr/>
        </p:nvSpPr>
        <p:spPr>
          <a:xfrm>
            <a:off x="7638440" y="2304288"/>
            <a:ext cx="999896" cy="2953512"/>
          </a:xfrm>
          <a:prstGeom prst="roundRect">
            <a:avLst>
              <a:gd name="adj" fmla="val 3658"/>
            </a:avLst>
          </a:prstGeom>
          <a:solidFill>
            <a:srgbClr val="0B0D11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57" name="Shape 46"/>
          <p:cNvSpPr/>
          <p:nvPr/>
        </p:nvSpPr>
        <p:spPr>
          <a:xfrm>
            <a:off x="7749540" y="2404872"/>
            <a:ext cx="777697" cy="137160"/>
          </a:xfrm>
          <a:prstGeom prst="roundRect">
            <a:avLst>
              <a:gd name="adj" fmla="val 26667"/>
            </a:avLst>
          </a:prstGeom>
          <a:solidFill>
            <a:srgbClr val="151922"/>
          </a:solidFill>
          <a:ln w="3810">
            <a:solidFill>
              <a:srgbClr val="20252D"/>
            </a:solidFill>
            <a:prstDash val="solid"/>
          </a:ln>
        </p:spPr>
      </p:sp>
      <p:sp>
        <p:nvSpPr>
          <p:cNvPr id="58" name="Shape 47"/>
          <p:cNvSpPr/>
          <p:nvPr/>
        </p:nvSpPr>
        <p:spPr>
          <a:xfrm>
            <a:off x="7749540" y="2660904"/>
            <a:ext cx="777697" cy="137160"/>
          </a:xfrm>
          <a:prstGeom prst="roundRect">
            <a:avLst>
              <a:gd name="adj" fmla="val 26667"/>
            </a:avLst>
          </a:prstGeom>
          <a:solidFill>
            <a:srgbClr val="151922"/>
          </a:solidFill>
          <a:ln w="3810">
            <a:solidFill>
              <a:srgbClr val="20252D"/>
            </a:solidFill>
            <a:prstDash val="solid"/>
          </a:ln>
        </p:spPr>
      </p:sp>
      <p:sp>
        <p:nvSpPr>
          <p:cNvPr id="59" name="Shape 48"/>
          <p:cNvSpPr/>
          <p:nvPr/>
        </p:nvSpPr>
        <p:spPr>
          <a:xfrm>
            <a:off x="7749540" y="2916936"/>
            <a:ext cx="777697" cy="137160"/>
          </a:xfrm>
          <a:prstGeom prst="roundRect">
            <a:avLst>
              <a:gd name="adj" fmla="val 26667"/>
            </a:avLst>
          </a:prstGeom>
          <a:solidFill>
            <a:srgbClr val="151922"/>
          </a:solidFill>
          <a:ln w="3810">
            <a:solidFill>
              <a:srgbClr val="20252D"/>
            </a:solidFill>
            <a:prstDash val="solid"/>
          </a:ln>
        </p:spPr>
      </p:sp>
      <p:sp>
        <p:nvSpPr>
          <p:cNvPr id="60" name="Shape 49"/>
          <p:cNvSpPr/>
          <p:nvPr/>
        </p:nvSpPr>
        <p:spPr>
          <a:xfrm>
            <a:off x="7749540" y="3172968"/>
            <a:ext cx="777697" cy="137160"/>
          </a:xfrm>
          <a:prstGeom prst="roundRect">
            <a:avLst>
              <a:gd name="adj" fmla="val 26667"/>
            </a:avLst>
          </a:prstGeom>
          <a:solidFill>
            <a:srgbClr val="1B2140"/>
          </a:solidFill>
          <a:ln w="3810">
            <a:solidFill>
              <a:srgbClr val="20252D"/>
            </a:solidFill>
            <a:prstDash val="solid"/>
          </a:ln>
        </p:spPr>
      </p:sp>
      <p:sp>
        <p:nvSpPr>
          <p:cNvPr id="61" name="Shape 50"/>
          <p:cNvSpPr/>
          <p:nvPr/>
        </p:nvSpPr>
        <p:spPr>
          <a:xfrm>
            <a:off x="7749540" y="3429000"/>
            <a:ext cx="777697" cy="137160"/>
          </a:xfrm>
          <a:prstGeom prst="roundRect">
            <a:avLst>
              <a:gd name="adj" fmla="val 26667"/>
            </a:avLst>
          </a:prstGeom>
          <a:solidFill>
            <a:srgbClr val="151922"/>
          </a:solidFill>
          <a:ln w="3810">
            <a:solidFill>
              <a:srgbClr val="20252D"/>
            </a:solidFill>
            <a:prstDash val="solid"/>
          </a:ln>
        </p:spPr>
      </p:sp>
      <p:sp>
        <p:nvSpPr>
          <p:cNvPr id="62" name="Text 51"/>
          <p:cNvSpPr/>
          <p:nvPr/>
        </p:nvSpPr>
        <p:spPr>
          <a:xfrm>
            <a:off x="6647688" y="5504688"/>
            <a:ext cx="22037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surface dédiée aux agents sans réduire l’app à un chat.</a:t>
            </a:r>
            <a:endParaRPr lang="en-US" sz="820" dirty="0"/>
          </a:p>
        </p:txBody>
      </p:sp>
      <p:sp>
        <p:nvSpPr>
          <p:cNvPr id="63" name="Shape 52"/>
          <p:cNvSpPr/>
          <p:nvPr/>
        </p:nvSpPr>
        <p:spPr>
          <a:xfrm>
            <a:off x="9235440" y="1691640"/>
            <a:ext cx="2423160" cy="4251960"/>
          </a:xfrm>
          <a:prstGeom prst="roundRect">
            <a:avLst>
              <a:gd name="adj" fmla="val 4528"/>
            </a:avLst>
          </a:prstGeom>
          <a:solidFill>
            <a:srgbClr val="101319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64" name="Text 53"/>
          <p:cNvSpPr/>
          <p:nvPr/>
        </p:nvSpPr>
        <p:spPr>
          <a:xfrm>
            <a:off x="9381744" y="1801368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Meld</a:t>
            </a:r>
            <a:endParaRPr lang="en-US" sz="1100" dirty="0"/>
          </a:p>
        </p:txBody>
      </p:sp>
      <p:sp>
        <p:nvSpPr>
          <p:cNvPr id="65" name="Shape 54"/>
          <p:cNvSpPr/>
          <p:nvPr/>
        </p:nvSpPr>
        <p:spPr>
          <a:xfrm>
            <a:off x="9381744" y="2167128"/>
            <a:ext cx="2130552" cy="3227832"/>
          </a:xfrm>
          <a:prstGeom prst="roundRect">
            <a:avLst>
              <a:gd name="adj" fmla="val 3433"/>
            </a:avLst>
          </a:prstGeom>
          <a:solidFill>
            <a:srgbClr val="0A0C0F"/>
          </a:solidFill>
          <a:ln w="6350">
            <a:solidFill>
              <a:srgbClr val="353D49"/>
            </a:solidFill>
            <a:prstDash val="solid"/>
          </a:ln>
        </p:spPr>
      </p:sp>
      <p:sp>
        <p:nvSpPr>
          <p:cNvPr id="66" name="Shape 55"/>
          <p:cNvSpPr/>
          <p:nvPr/>
        </p:nvSpPr>
        <p:spPr>
          <a:xfrm>
            <a:off x="9473184" y="2276856"/>
            <a:ext cx="426110" cy="3008376"/>
          </a:xfrm>
          <a:prstGeom prst="roundRect">
            <a:avLst>
              <a:gd name="adj" fmla="val 8584"/>
            </a:avLst>
          </a:prstGeom>
          <a:solidFill>
            <a:srgbClr val="0B0D11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6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63521" y="2276856"/>
            <a:ext cx="1022665" cy="1872143"/>
          </a:xfrm>
          <a:prstGeom prst="rect">
            <a:avLst/>
          </a:prstGeom>
        </p:spPr>
      </p:pic>
      <p:sp>
        <p:nvSpPr>
          <p:cNvPr id="68" name="Shape 56"/>
          <p:cNvSpPr/>
          <p:nvPr/>
        </p:nvSpPr>
        <p:spPr>
          <a:xfrm>
            <a:off x="10063521" y="4555724"/>
            <a:ext cx="1022665" cy="516453"/>
          </a:xfrm>
          <a:prstGeom prst="roundRect">
            <a:avLst>
              <a:gd name="adj" fmla="val 7082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69" name="Shape 57"/>
          <p:cNvSpPr/>
          <p:nvPr/>
        </p:nvSpPr>
        <p:spPr>
          <a:xfrm>
            <a:off x="11128797" y="2276856"/>
            <a:ext cx="170444" cy="3008376"/>
          </a:xfrm>
          <a:prstGeom prst="roundRect">
            <a:avLst>
              <a:gd name="adj" fmla="val 21459"/>
            </a:avLst>
          </a:prstGeom>
          <a:solidFill>
            <a:srgbClr val="0B0D11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70" name="Text 58"/>
          <p:cNvSpPr/>
          <p:nvPr/>
        </p:nvSpPr>
        <p:spPr>
          <a:xfrm>
            <a:off x="9390888" y="5504688"/>
            <a:ext cx="2112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i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topologie studio est juste : layers, canvas, inspector, mixer, outputs.</a:t>
            </a:r>
            <a:endParaRPr lang="en-US" sz="820" dirty="0"/>
          </a:p>
        </p:txBody>
      </p:sp>
      <p:sp>
        <p:nvSpPr>
          <p:cNvPr id="71" name="Text 5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SELECTION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Trois directions testées. Une direction retenue.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Obsidian Precision équilibre modernité, densité et lisibilité sans tomber dans le concept Dribbble inutilisable.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154680" cy="4160520"/>
          </a:xfrm>
          <a:prstGeom prst="roundRect">
            <a:avLst>
              <a:gd name="adj" fmla="val 4638"/>
            </a:avLst>
          </a:prstGeom>
          <a:solidFill>
            <a:srgbClr val="0D1016"/>
          </a:solidFill>
          <a:ln w="17780">
            <a:solidFill>
              <a:srgbClr val="7C8FFF"/>
            </a:solidFill>
            <a:prstDash val="solid"/>
          </a:ln>
          <a:effectLst>
            <a:outerShdw sx="100000" sy="100000" kx="0" ky="0" algn="bl" rotWithShape="0" blurRad="19050" dist="15240" dir="2700000">
              <a:srgbClr val="7C8FFF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41248" y="1993392"/>
            <a:ext cx="1051560" cy="237744"/>
          </a:xfrm>
          <a:prstGeom prst="roundRect">
            <a:avLst>
              <a:gd name="adj" fmla="val 30769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2007108"/>
            <a:ext cx="9052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Recommandée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Obsidian Precision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41248" y="29077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080A0D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96112" y="2962656"/>
            <a:ext cx="603504" cy="1609344"/>
          </a:xfrm>
          <a:prstGeom prst="roundRect">
            <a:avLst>
              <a:gd name="adj" fmla="val 7576"/>
            </a:avLst>
          </a:prstGeom>
          <a:solidFill>
            <a:srgbClr val="0A0C10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72768" y="2962656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0C1018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00200" y="2990088"/>
            <a:ext cx="1271016" cy="950976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2971800" y="2962656"/>
            <a:ext cx="557784" cy="1609344"/>
          </a:xfrm>
          <a:prstGeom prst="roundRect">
            <a:avLst>
              <a:gd name="adj" fmla="val 8197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572768" y="4041648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154680" y="3182112"/>
            <a:ext cx="73152" cy="7315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41248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 neutre · bleu froid · bordures fines · profondeur subtile</a:t>
            </a:r>
            <a:endParaRPr lang="en-US" sz="920" dirty="0"/>
          </a:p>
        </p:txBody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6704" y="1993392"/>
            <a:ext cx="164592" cy="164592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160520" y="1783080"/>
            <a:ext cx="3154680" cy="4160520"/>
          </a:xfrm>
          <a:prstGeom prst="roundRect">
            <a:avLst>
              <a:gd name="adj" fmla="val 4638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4361688" y="1993392"/>
            <a:ext cx="1234440" cy="237744"/>
          </a:xfrm>
          <a:prstGeom prst="roundRect">
            <a:avLst>
              <a:gd name="adj" fmla="val 30769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2007108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expressive</a:t>
            </a:r>
            <a:endParaRPr lang="en-US" sz="740" dirty="0"/>
          </a:p>
        </p:txBody>
      </p:sp>
      <p:sp>
        <p:nvSpPr>
          <p:cNvPr id="24" name="Text 20"/>
          <p:cNvSpPr/>
          <p:nvPr/>
        </p:nvSpPr>
        <p:spPr>
          <a:xfrm>
            <a:off x="4361688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Midnight Glass</a:t>
            </a:r>
            <a:endParaRPr lang="en-US" sz="1400" dirty="0"/>
          </a:p>
        </p:txBody>
      </p:sp>
      <p:sp>
        <p:nvSpPr>
          <p:cNvPr id="25" name="Shape 21"/>
          <p:cNvSpPr/>
          <p:nvPr/>
        </p:nvSpPr>
        <p:spPr>
          <a:xfrm>
            <a:off x="4361688" y="29077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080A0D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416552" y="2962656"/>
            <a:ext cx="603504" cy="1609344"/>
          </a:xfrm>
          <a:prstGeom prst="roundRect">
            <a:avLst>
              <a:gd name="adj" fmla="val 7576"/>
            </a:avLst>
          </a:prstGeom>
          <a:solidFill>
            <a:srgbClr val="0A0C10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093208" y="2962656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11101A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0640" y="2990088"/>
            <a:ext cx="1271016" cy="950976"/>
          </a:xfrm>
          <a:prstGeom prst="rect">
            <a:avLst/>
          </a:prstGeom>
        </p:spPr>
      </p:pic>
      <p:sp>
        <p:nvSpPr>
          <p:cNvPr id="29" name="Shape 24"/>
          <p:cNvSpPr/>
          <p:nvPr/>
        </p:nvSpPr>
        <p:spPr>
          <a:xfrm>
            <a:off x="6492240" y="2962656"/>
            <a:ext cx="557784" cy="1609344"/>
          </a:xfrm>
          <a:prstGeom prst="roundRect">
            <a:avLst>
              <a:gd name="adj" fmla="val 8197"/>
            </a:avLst>
          </a:prstGeom>
          <a:solidFill>
            <a:srgbClr val="15121E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93208" y="4041648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6675120" y="3182112"/>
            <a:ext cx="73152" cy="73152"/>
          </a:xfrm>
          <a:prstGeom prst="ellipse">
            <a:avLst/>
          </a:prstGeom>
          <a:solidFill>
            <a:srgbClr val="A879FF"/>
          </a:solidFill>
          <a:ln w="12700">
            <a:solidFill>
              <a:srgbClr val="A879FF">
                <a:alpha val="0"/>
              </a:srgbClr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361688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Plus translucide · halo violet · surfaces flottantes plus présentes</a:t>
            </a:r>
            <a:endParaRPr lang="en-US" sz="920" dirty="0"/>
          </a:p>
        </p:txBody>
      </p:sp>
      <p:sp>
        <p:nvSpPr>
          <p:cNvPr id="33" name="Shape 28"/>
          <p:cNvSpPr/>
          <p:nvPr/>
        </p:nvSpPr>
        <p:spPr>
          <a:xfrm>
            <a:off x="7680960" y="1783080"/>
            <a:ext cx="3154680" cy="4160520"/>
          </a:xfrm>
          <a:prstGeom prst="roundRect">
            <a:avLst>
              <a:gd name="adj" fmla="val 4638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82128" y="1993392"/>
            <a:ext cx="1234440" cy="237744"/>
          </a:xfrm>
          <a:prstGeom prst="roundRect">
            <a:avLst>
              <a:gd name="adj" fmla="val 30769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7955280" y="2007108"/>
            <a:ext cx="108813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Alternative sobre</a:t>
            </a:r>
            <a:endParaRPr lang="en-US" sz="740" dirty="0"/>
          </a:p>
        </p:txBody>
      </p:sp>
      <p:sp>
        <p:nvSpPr>
          <p:cNvPr id="36" name="Text 31"/>
          <p:cNvSpPr/>
          <p:nvPr/>
        </p:nvSpPr>
        <p:spPr>
          <a:xfrm>
            <a:off x="7882128" y="23774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Carbon Native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7882128" y="2907792"/>
            <a:ext cx="2743200" cy="1719072"/>
          </a:xfrm>
          <a:prstGeom prst="roundRect">
            <a:avLst>
              <a:gd name="adj" fmla="val 5319"/>
            </a:avLst>
          </a:prstGeom>
          <a:solidFill>
            <a:srgbClr val="080A0D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7936992" y="2962656"/>
            <a:ext cx="603504" cy="1609344"/>
          </a:xfrm>
          <a:prstGeom prst="roundRect">
            <a:avLst>
              <a:gd name="adj" fmla="val 7576"/>
            </a:avLst>
          </a:prstGeom>
          <a:solidFill>
            <a:srgbClr val="0A0B0D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8613648" y="2962656"/>
            <a:ext cx="1325880" cy="1005840"/>
          </a:xfrm>
          <a:prstGeom prst="roundRect">
            <a:avLst>
              <a:gd name="adj" fmla="val 4545"/>
            </a:avLst>
          </a:prstGeom>
          <a:solidFill>
            <a:srgbClr val="0C1018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41080" y="2990088"/>
            <a:ext cx="1271016" cy="950976"/>
          </a:xfrm>
          <a:prstGeom prst="rect">
            <a:avLst/>
          </a:prstGeom>
        </p:spPr>
      </p:pic>
      <p:sp>
        <p:nvSpPr>
          <p:cNvPr id="41" name="Shape 35"/>
          <p:cNvSpPr/>
          <p:nvPr/>
        </p:nvSpPr>
        <p:spPr>
          <a:xfrm>
            <a:off x="10012680" y="2962656"/>
            <a:ext cx="557784" cy="1609344"/>
          </a:xfrm>
          <a:prstGeom prst="roundRect">
            <a:avLst>
              <a:gd name="adj" fmla="val 8197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613648" y="4041648"/>
            <a:ext cx="1325880" cy="530352"/>
          </a:xfrm>
          <a:prstGeom prst="roundRect">
            <a:avLst>
              <a:gd name="adj" fmla="val 8621"/>
            </a:avLst>
          </a:prstGeom>
          <a:solidFill>
            <a:srgbClr val="101319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10195560" y="3182112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7882128" y="484632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Très native · presque monochrome · davantage outil que marque</a:t>
            </a:r>
            <a:endParaRPr lang="en-US" sz="920" dirty="0"/>
          </a:p>
        </p:txBody>
      </p:sp>
      <p:sp>
        <p:nvSpPr>
          <p:cNvPr id="45" name="Text 3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 DIRECTION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Six principes visuels non négociables.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50876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170992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7236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408176" y="1673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dominant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08176" y="2039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contenu de production gagne toujours contre le chrome.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236208" y="150876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19088" y="170992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72364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986016" y="167335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Dense, pas tassé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86016" y="203911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Petits contrôles, grandes zones de travail, rythme constant.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58368" y="301752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" y="321868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32324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408176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Profondeur subtile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408176" y="35478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Contraste de surfaces et bordures avant les ombres.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36208" y="301752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19088" y="321868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23240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986016" y="318211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Couleurs opérationnelles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986016" y="354787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Bleu = contrôle. Rouge = live/critique. Vert = sain.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58368" y="452628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472744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4400" y="47411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1408176" y="4690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informative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408176" y="5056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transition explique un changement d’état ou d’espace.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4526280"/>
            <a:ext cx="5230368" cy="1225296"/>
          </a:xfrm>
          <a:prstGeom prst="roundRect">
            <a:avLst>
              <a:gd name="adj" fmla="val 8955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19088" y="4727448"/>
            <a:ext cx="420624" cy="256032"/>
          </a:xfrm>
          <a:prstGeom prst="roundRect">
            <a:avLst>
              <a:gd name="adj" fmla="val 28571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4741164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986016" y="4690872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desktop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986016" y="5056632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Raccourcis, focus, menus et panneaux se comportent comme une app.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FOUNDATION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Palette dark-first : profondeur avant décoration.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noir n’est jamais pur partout. Les surfaces se distinguent par 3–5 points de luminosité et des bordures très faibles.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664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07080A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77240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#07080A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916936" y="1664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35808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35808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#0B0D11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5175504" y="1664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94376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94376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#101319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7434072" y="1664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51922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52944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Raised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552944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#151922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692640" y="1664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02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11512" y="1773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811512" y="2157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#1B2029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658368" y="2807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2A303A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916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Border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#2A303A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2916936" y="2807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F4F6F8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035808" y="2916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035808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B2029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#F4F6F8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175504" y="2807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9AA1AC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94376" y="2916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Muted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294376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#9AA1AC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7434072" y="2807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7C8FFF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552944" y="2916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552944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#7C8FFF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692640" y="2807208"/>
            <a:ext cx="1965960" cy="868680"/>
          </a:xfrm>
          <a:prstGeom prst="roundRect">
            <a:avLst>
              <a:gd name="adj" fmla="val 10526"/>
            </a:avLst>
          </a:prstGeom>
          <a:solidFill>
            <a:srgbClr val="1B2140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11512" y="2916936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Accent soft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9811512" y="3300984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#1B2140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58368" y="4160520"/>
            <a:ext cx="10972800" cy="1353312"/>
          </a:xfrm>
          <a:prstGeom prst="roundRect">
            <a:avLst>
              <a:gd name="adj" fmla="val 810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86968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Couleurs d’état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743200" y="4370832"/>
            <a:ext cx="164592" cy="16459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999232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/ critique</a:t>
            </a:r>
            <a:endParaRPr lang="en-US" sz="840" dirty="0"/>
          </a:p>
        </p:txBody>
      </p:sp>
      <p:sp>
        <p:nvSpPr>
          <p:cNvPr id="42" name="Shape 40"/>
          <p:cNvSpPr/>
          <p:nvPr/>
        </p:nvSpPr>
        <p:spPr>
          <a:xfrm>
            <a:off x="4480560" y="4370832"/>
            <a:ext cx="164592" cy="16459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36592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Sain / connecté</a:t>
            </a:r>
            <a:endParaRPr lang="en-US" sz="840" dirty="0"/>
          </a:p>
        </p:txBody>
      </p:sp>
      <p:sp>
        <p:nvSpPr>
          <p:cNvPr id="44" name="Shape 42"/>
          <p:cNvSpPr/>
          <p:nvPr/>
        </p:nvSpPr>
        <p:spPr>
          <a:xfrm>
            <a:off x="6217920" y="4370832"/>
            <a:ext cx="164592" cy="164592"/>
          </a:xfrm>
          <a:prstGeom prst="ellipse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73952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Avertissement</a:t>
            </a:r>
            <a:endParaRPr lang="en-US" sz="840" dirty="0"/>
          </a:p>
        </p:txBody>
      </p:sp>
      <p:sp>
        <p:nvSpPr>
          <p:cNvPr id="46" name="Shape 44"/>
          <p:cNvSpPr/>
          <p:nvPr/>
        </p:nvSpPr>
        <p:spPr>
          <a:xfrm>
            <a:off x="7955280" y="4370832"/>
            <a:ext cx="164592" cy="164592"/>
          </a:xfrm>
          <a:prstGeom prst="ellipse">
            <a:avLst/>
          </a:prstGeom>
          <a:solidFill>
            <a:srgbClr val="61B6FF"/>
          </a:solidFill>
          <a:ln w="12700">
            <a:solidFill>
              <a:srgbClr val="61B6FF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11312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Information</a:t>
            </a:r>
            <a:endParaRPr lang="en-US" sz="840" dirty="0"/>
          </a:p>
        </p:txBody>
      </p:sp>
      <p:sp>
        <p:nvSpPr>
          <p:cNvPr id="48" name="Shape 46"/>
          <p:cNvSpPr/>
          <p:nvPr/>
        </p:nvSpPr>
        <p:spPr>
          <a:xfrm>
            <a:off x="9692640" y="4370832"/>
            <a:ext cx="164592" cy="16459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948672" y="42793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Contrôle / focus</a:t>
            </a:r>
            <a:endParaRPr lang="en-US" sz="840" dirty="0"/>
          </a:p>
        </p:txBody>
      </p:sp>
      <p:sp>
        <p:nvSpPr>
          <p:cNvPr id="50" name="Text 48"/>
          <p:cNvSpPr/>
          <p:nvPr/>
        </p:nvSpPr>
        <p:spPr>
          <a:xfrm>
            <a:off x="886968" y="49651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: aucune couleur ne porte seule le sens. Toujours associer texte, icône ou statut.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TYPE &amp; ICONS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Typographie fonctionnelle, iconographie cohérente.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1554480"/>
            <a:ext cx="5577840" cy="4389120"/>
          </a:xfrm>
          <a:prstGeom prst="roundRect">
            <a:avLst>
              <a:gd name="adj" fmla="val 291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10512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Inter Display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05256" y="224028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Titres de section et moments de marque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96112" y="2670048"/>
            <a:ext cx="5074920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2880360"/>
            <a:ext cx="4480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05256" y="331012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Interface, labels, menus, formulaires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96112" y="3721608"/>
            <a:ext cx="5074920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950208"/>
            <a:ext cx="4480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DejaVu Sans Mono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05256" y="4343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Timecode, bitrate, coordonnées, raccourcis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96112" y="48463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Échelle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47914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10512" y="48051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metadata</a:t>
            </a:r>
            <a:endParaRPr lang="en-US" sz="680" dirty="0"/>
          </a:p>
        </p:txBody>
      </p:sp>
      <p:sp>
        <p:nvSpPr>
          <p:cNvPr id="19" name="Shape 17"/>
          <p:cNvSpPr/>
          <p:nvPr/>
        </p:nvSpPr>
        <p:spPr>
          <a:xfrm>
            <a:off x="2523744" y="47914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96896" y="48051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labels</a:t>
            </a:r>
            <a:endParaRPr lang="en-US" sz="680" dirty="0"/>
          </a:p>
        </p:txBody>
      </p:sp>
      <p:sp>
        <p:nvSpPr>
          <p:cNvPr id="21" name="Shape 19"/>
          <p:cNvSpPr/>
          <p:nvPr/>
        </p:nvSpPr>
        <p:spPr>
          <a:xfrm>
            <a:off x="3310128" y="47914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48051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body</a:t>
            </a:r>
            <a:endParaRPr lang="en-US" sz="680" dirty="0"/>
          </a:p>
        </p:txBody>
      </p:sp>
      <p:sp>
        <p:nvSpPr>
          <p:cNvPr id="23" name="Shape 21"/>
          <p:cNvSpPr/>
          <p:nvPr/>
        </p:nvSpPr>
        <p:spPr>
          <a:xfrm>
            <a:off x="4096512" y="47914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69664" y="48051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section</a:t>
            </a:r>
            <a:endParaRPr lang="en-US" sz="680" dirty="0"/>
          </a:p>
        </p:txBody>
      </p:sp>
      <p:sp>
        <p:nvSpPr>
          <p:cNvPr id="25" name="Shape 23"/>
          <p:cNvSpPr/>
          <p:nvPr/>
        </p:nvSpPr>
        <p:spPr>
          <a:xfrm>
            <a:off x="4882896" y="4791456"/>
            <a:ext cx="713232" cy="256032"/>
          </a:xfrm>
          <a:prstGeom prst="roundRect">
            <a:avLst>
              <a:gd name="adj" fmla="val 28571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4805172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 display</a:t>
            </a:r>
            <a:endParaRPr lang="en-US" sz="680" dirty="0"/>
          </a:p>
        </p:txBody>
      </p:sp>
      <p:sp>
        <p:nvSpPr>
          <p:cNvPr id="27" name="Shape 25"/>
          <p:cNvSpPr/>
          <p:nvPr/>
        </p:nvSpPr>
        <p:spPr>
          <a:xfrm>
            <a:off x="6446520" y="1554480"/>
            <a:ext cx="5166360" cy="4389120"/>
          </a:xfrm>
          <a:prstGeom prst="roundRect">
            <a:avLst>
              <a:gd name="adj" fmla="val 291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11696" y="181051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711696" y="2176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Hugeicons Stroke Rounded + glyphs studio custom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711696" y="2724912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13448" y="2862072"/>
            <a:ext cx="164592" cy="164592"/>
          </a:xfrm>
          <a:prstGeom prst="rect">
            <a:avLst/>
          </a:prstGeom>
        </p:spPr>
      </p:pic>
      <p:sp>
        <p:nvSpPr>
          <p:cNvPr id="32" name="Shape 29"/>
          <p:cNvSpPr/>
          <p:nvPr/>
        </p:nvSpPr>
        <p:spPr>
          <a:xfrm>
            <a:off x="7808976" y="2724912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10728" y="2862072"/>
            <a:ext cx="164592" cy="164592"/>
          </a:xfrm>
          <a:prstGeom prst="rect">
            <a:avLst/>
          </a:prstGeom>
        </p:spPr>
      </p:pic>
      <p:sp>
        <p:nvSpPr>
          <p:cNvPr id="34" name="Shape 30"/>
          <p:cNvSpPr/>
          <p:nvPr/>
        </p:nvSpPr>
        <p:spPr>
          <a:xfrm>
            <a:off x="8906256" y="2724912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08008" y="2862072"/>
            <a:ext cx="164592" cy="164592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10003536" y="2724912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305288" y="2862072"/>
            <a:ext cx="164592" cy="164592"/>
          </a:xfrm>
          <a:prstGeom prst="rect">
            <a:avLst/>
          </a:prstGeom>
        </p:spPr>
      </p:pic>
      <p:sp>
        <p:nvSpPr>
          <p:cNvPr id="38" name="Shape 32"/>
          <p:cNvSpPr/>
          <p:nvPr/>
        </p:nvSpPr>
        <p:spPr>
          <a:xfrm>
            <a:off x="6711696" y="3383280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13448" y="3520440"/>
            <a:ext cx="164592" cy="164592"/>
          </a:xfrm>
          <a:prstGeom prst="rect">
            <a:avLst/>
          </a:prstGeom>
        </p:spPr>
      </p:pic>
      <p:sp>
        <p:nvSpPr>
          <p:cNvPr id="40" name="Shape 33"/>
          <p:cNvSpPr/>
          <p:nvPr/>
        </p:nvSpPr>
        <p:spPr>
          <a:xfrm>
            <a:off x="7808976" y="3383280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10728" y="3520440"/>
            <a:ext cx="164592" cy="164592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8906256" y="3383280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08008" y="3520440"/>
            <a:ext cx="164592" cy="164592"/>
          </a:xfrm>
          <a:prstGeom prst="rect">
            <a:avLst/>
          </a:prstGeom>
        </p:spPr>
      </p:pic>
      <p:sp>
        <p:nvSpPr>
          <p:cNvPr id="44" name="Shape 35"/>
          <p:cNvSpPr/>
          <p:nvPr/>
        </p:nvSpPr>
        <p:spPr>
          <a:xfrm>
            <a:off x="10003536" y="3383280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05288" y="3520440"/>
            <a:ext cx="164592" cy="164592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6711696" y="4041648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013448" y="4178808"/>
            <a:ext cx="164592" cy="164592"/>
          </a:xfrm>
          <a:prstGeom prst="rect">
            <a:avLst/>
          </a:prstGeom>
        </p:spPr>
      </p:pic>
      <p:sp>
        <p:nvSpPr>
          <p:cNvPr id="48" name="Shape 37"/>
          <p:cNvSpPr/>
          <p:nvPr/>
        </p:nvSpPr>
        <p:spPr>
          <a:xfrm>
            <a:off x="7808976" y="4041648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4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8110728" y="4178808"/>
            <a:ext cx="164592" cy="164592"/>
          </a:xfrm>
          <a:prstGeom prst="rect">
            <a:avLst/>
          </a:prstGeom>
        </p:spPr>
      </p:pic>
      <p:sp>
        <p:nvSpPr>
          <p:cNvPr id="50" name="Shape 38"/>
          <p:cNvSpPr/>
          <p:nvPr/>
        </p:nvSpPr>
        <p:spPr>
          <a:xfrm>
            <a:off x="8906256" y="4041648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9208008" y="4178808"/>
            <a:ext cx="164592" cy="164592"/>
          </a:xfrm>
          <a:prstGeom prst="rect">
            <a:avLst/>
          </a:prstGeom>
        </p:spPr>
      </p:pic>
      <p:sp>
        <p:nvSpPr>
          <p:cNvPr id="52" name="Shape 39"/>
          <p:cNvSpPr/>
          <p:nvPr/>
        </p:nvSpPr>
        <p:spPr>
          <a:xfrm>
            <a:off x="10003536" y="4041648"/>
            <a:ext cx="786384" cy="475488"/>
          </a:xfrm>
          <a:prstGeom prst="roundRect">
            <a:avLst>
              <a:gd name="adj" fmla="val 15385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0305288" y="4178808"/>
            <a:ext cx="164592" cy="164592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711696" y="4992624"/>
            <a:ext cx="4160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16 px · listes   18 px · contrôles   20 px · commandes</a:t>
            </a:r>
            <a:endParaRPr lang="en-US" sz="840" dirty="0"/>
          </a:p>
        </p:txBody>
      </p:sp>
      <p:sp>
        <p:nvSpPr>
          <p:cNvPr id="55" name="Text 41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Une grille pensée pour le desktop, pas un dashboard responsive.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 canvas grandit. Les panneaux ont des minima stricts, peuvent se replier et leur layout est persistant.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1572768"/>
            <a:ext cx="11018520" cy="4443984"/>
          </a:xfrm>
          <a:prstGeom prst="roundRect">
            <a:avLst>
              <a:gd name="adj" fmla="val 3086"/>
            </a:avLst>
          </a:prstGeom>
          <a:solidFill>
            <a:srgbClr val="080A0D"/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04672" y="1801368"/>
            <a:ext cx="10588752" cy="402336"/>
          </a:xfrm>
          <a:prstGeom prst="roundRect">
            <a:avLst>
              <a:gd name="adj" fmla="val 18182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9264" y="189280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TITLEBAR 44</a:t>
            </a:r>
            <a:endParaRPr lang="en-US" sz="730" dirty="0"/>
          </a:p>
        </p:txBody>
      </p:sp>
      <p:sp>
        <p:nvSpPr>
          <p:cNvPr id="11" name="Shape 9"/>
          <p:cNvSpPr/>
          <p:nvPr/>
        </p:nvSpPr>
        <p:spPr>
          <a:xfrm>
            <a:off x="804672" y="2286000"/>
            <a:ext cx="1965960" cy="3246120"/>
          </a:xfrm>
          <a:prstGeom prst="roundRect">
            <a:avLst>
              <a:gd name="adj" fmla="val 2791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48716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LEFT 248</a:t>
            </a:r>
            <a:endParaRPr lang="en-US" sz="730" dirty="0"/>
          </a:p>
        </p:txBody>
      </p:sp>
      <p:sp>
        <p:nvSpPr>
          <p:cNvPr id="13" name="Shape 11"/>
          <p:cNvSpPr/>
          <p:nvPr/>
        </p:nvSpPr>
        <p:spPr>
          <a:xfrm>
            <a:off x="2852928" y="2286000"/>
            <a:ext cx="5486400" cy="2267712"/>
          </a:xfrm>
          <a:prstGeom prst="roundRect">
            <a:avLst>
              <a:gd name="adj" fmla="val 2419"/>
            </a:avLst>
          </a:prstGeom>
          <a:solidFill>
            <a:srgbClr val="090B0F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98648" y="2331720"/>
            <a:ext cx="5394960" cy="217627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4800600" y="32552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FLEX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421624" y="2286000"/>
            <a:ext cx="2971800" cy="3246120"/>
          </a:xfrm>
          <a:prstGeom prst="roundRect">
            <a:avLst>
              <a:gd name="adj" fmla="val 1846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59368" y="248716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INSPECTOR 300</a:t>
            </a:r>
            <a:endParaRPr lang="en-US" sz="730" dirty="0"/>
          </a:p>
        </p:txBody>
      </p:sp>
      <p:sp>
        <p:nvSpPr>
          <p:cNvPr id="18" name="Shape 15"/>
          <p:cNvSpPr/>
          <p:nvPr/>
        </p:nvSpPr>
        <p:spPr>
          <a:xfrm>
            <a:off x="2852928" y="4636008"/>
            <a:ext cx="5486400" cy="896112"/>
          </a:xfrm>
          <a:prstGeom prst="roundRect">
            <a:avLst>
              <a:gd name="adj" fmla="val 6122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92040" y="4956048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MIXER 196</a:t>
            </a:r>
            <a:endParaRPr lang="en-US" sz="730" dirty="0"/>
          </a:p>
        </p:txBody>
      </p:sp>
      <p:sp>
        <p:nvSpPr>
          <p:cNvPr id="20" name="Shape 17"/>
          <p:cNvSpPr/>
          <p:nvPr/>
        </p:nvSpPr>
        <p:spPr>
          <a:xfrm>
            <a:off x="841248" y="5669280"/>
            <a:ext cx="786384" cy="228600"/>
          </a:xfrm>
          <a:prstGeom prst="roundRect">
            <a:avLst>
              <a:gd name="adj" fmla="val 32000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14400" y="5682996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Grid 8 px</a:t>
            </a:r>
            <a:endParaRPr lang="en-US" sz="730" dirty="0"/>
          </a:p>
        </p:txBody>
      </p:sp>
      <p:sp>
        <p:nvSpPr>
          <p:cNvPr id="22" name="Shape 19"/>
          <p:cNvSpPr/>
          <p:nvPr/>
        </p:nvSpPr>
        <p:spPr>
          <a:xfrm>
            <a:off x="1737360" y="5669280"/>
            <a:ext cx="1051560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810512" y="5682996"/>
            <a:ext cx="905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Radius 6–10 px</a:t>
            </a:r>
            <a:endParaRPr lang="en-US" sz="730" dirty="0"/>
          </a:p>
        </p:txBody>
      </p:sp>
      <p:sp>
        <p:nvSpPr>
          <p:cNvPr id="24" name="Shape 21"/>
          <p:cNvSpPr/>
          <p:nvPr/>
        </p:nvSpPr>
        <p:spPr>
          <a:xfrm>
            <a:off x="2907792" y="5669280"/>
            <a:ext cx="877824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2980944" y="5682996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28 px</a:t>
            </a:r>
            <a:endParaRPr lang="en-US" sz="730" dirty="0"/>
          </a:p>
        </p:txBody>
      </p:sp>
      <p:sp>
        <p:nvSpPr>
          <p:cNvPr id="26" name="Shape 23"/>
          <p:cNvSpPr/>
          <p:nvPr/>
        </p:nvSpPr>
        <p:spPr>
          <a:xfrm>
            <a:off x="3913632" y="566928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3986784" y="568299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Hit target ≥ 28 px</a:t>
            </a:r>
            <a:endParaRPr lang="en-US" sz="730" dirty="0"/>
          </a:p>
        </p:txBody>
      </p:sp>
      <p:sp>
        <p:nvSpPr>
          <p:cNvPr id="28" name="Shape 25"/>
          <p:cNvSpPr/>
          <p:nvPr/>
        </p:nvSpPr>
        <p:spPr>
          <a:xfrm>
            <a:off x="5239512" y="5669280"/>
            <a:ext cx="914400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312664" y="5682996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Gutters 1 px</a:t>
            </a:r>
            <a:endParaRPr lang="en-US" sz="730" dirty="0"/>
          </a:p>
        </p:txBody>
      </p:sp>
      <p:sp>
        <p:nvSpPr>
          <p:cNvPr id="30" name="Shape 27"/>
          <p:cNvSpPr/>
          <p:nvPr/>
        </p:nvSpPr>
        <p:spPr>
          <a:xfrm>
            <a:off x="6291072" y="5669280"/>
            <a:ext cx="1188720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364224" y="5682996"/>
            <a:ext cx="1042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Panels persistants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RENDER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Edit workspace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6984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Canvas central · scènes et sources à gauche · inspector à droite · mixer en bas.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8912" y="1490472"/>
            <a:ext cx="11320272" cy="4709160"/>
          </a:xfrm>
          <a:prstGeom prst="roundRect">
            <a:avLst>
              <a:gd name="adj" fmla="val 2718"/>
            </a:avLst>
          </a:prstGeom>
          <a:solidFill>
            <a:srgbClr val="0B0D11"/>
          </a:solidFill>
          <a:ln w="11430">
            <a:solidFill>
              <a:srgbClr val="353D49"/>
            </a:solidFill>
            <a:prstDash val="solid"/>
          </a:ln>
          <a:effectLst>
            <a:outerShdw sx="100000" sy="100000" kx="0" ky="0" algn="bl" rotWithShape="0" blurRad="31750" dist="20320" dir="27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499616"/>
            <a:ext cx="11301984" cy="384048"/>
          </a:xfrm>
          <a:prstGeom prst="roundRect">
            <a:avLst>
              <a:gd name="adj" fmla="val 30952"/>
            </a:avLst>
          </a:prstGeom>
          <a:solidFill>
            <a:srgbClr val="0B0D11"/>
          </a:solidFill>
          <a:ln w="1270">
            <a:solidFill>
              <a:srgbClr val="0B0D1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45920"/>
            <a:ext cx="73152" cy="7315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645920"/>
            <a:ext cx="73152" cy="73152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645920"/>
            <a:ext cx="73152" cy="7315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586484"/>
            <a:ext cx="402336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7048" y="15681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Mirae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67712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Night Shift · Edit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9701784" y="1563624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3224" y="1655064"/>
            <a:ext cx="128016" cy="128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66960" y="156362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10570464" y="1563624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1904" y="1655064"/>
            <a:ext cx="128016" cy="128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35640" y="15636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live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448056" y="1883664"/>
            <a:ext cx="2085106" cy="4306824"/>
          </a:xfrm>
          <a:prstGeom prst="roundRect">
            <a:avLst>
              <a:gd name="adj" fmla="val 439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85216" y="1956816"/>
            <a:ext cx="1637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SCENES</a:t>
            </a:r>
            <a:endParaRPr lang="en-US" sz="72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3706" y="2029968"/>
            <a:ext cx="91440" cy="9144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502920" y="2221992"/>
            <a:ext cx="196623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16" y="2304288"/>
            <a:ext cx="118872" cy="1188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68096" y="222199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9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16" y="2624328"/>
            <a:ext cx="118872" cy="1188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68096" y="254203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show</a:t>
            </a:r>
            <a:endParaRPr lang="en-US" sz="90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5216" y="2944368"/>
            <a:ext cx="118872" cy="11887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" y="286207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BRB</a:t>
            </a:r>
            <a:endParaRPr lang="en-US" sz="90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5216" y="3264408"/>
            <a:ext cx="118872" cy="118872"/>
          </a:xfrm>
          <a:prstGeom prst="rect">
            <a:avLst/>
          </a:prstGeom>
        </p:spPr>
      </p:pic>
      <p:sp>
        <p:nvSpPr>
          <p:cNvPr id="31" name="Text 21"/>
          <p:cNvSpPr/>
          <p:nvPr/>
        </p:nvSpPr>
        <p:spPr>
          <a:xfrm>
            <a:off x="768096" y="318211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Ending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12064" y="3584448"/>
            <a:ext cx="194794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33" name="Text 23"/>
          <p:cNvSpPr/>
          <p:nvPr/>
        </p:nvSpPr>
        <p:spPr>
          <a:xfrm>
            <a:off x="585216" y="3675888"/>
            <a:ext cx="1637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720" dirty="0"/>
          </a:p>
        </p:txBody>
      </p:sp>
      <p:pic>
        <p:nvPicPr>
          <p:cNvPr id="34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13706" y="3749040"/>
            <a:ext cx="91440" cy="91440"/>
          </a:xfrm>
          <a:prstGeom prst="rect">
            <a:avLst/>
          </a:prstGeom>
        </p:spPr>
      </p:pic>
      <p:sp>
        <p:nvSpPr>
          <p:cNvPr id="35" name="Shape 24"/>
          <p:cNvSpPr/>
          <p:nvPr/>
        </p:nvSpPr>
        <p:spPr>
          <a:xfrm>
            <a:off x="502920" y="3941064"/>
            <a:ext cx="196623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5216" y="4023360"/>
            <a:ext cx="118872" cy="118872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768096" y="3941064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900" dirty="0"/>
          </a:p>
        </p:txBody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67986" y="4023360"/>
            <a:ext cx="109728" cy="109728"/>
          </a:xfrm>
          <a:prstGeom prst="rect">
            <a:avLst/>
          </a:prstGeom>
        </p:spPr>
      </p:pic>
      <p:pic>
        <p:nvPicPr>
          <p:cNvPr id="3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5216" y="4325112"/>
            <a:ext cx="118872" cy="118872"/>
          </a:xfrm>
          <a:prstGeom prst="rect">
            <a:avLst/>
          </a:prstGeom>
        </p:spPr>
      </p:pic>
      <p:sp>
        <p:nvSpPr>
          <p:cNvPr id="40" name="Text 26"/>
          <p:cNvSpPr/>
          <p:nvPr/>
        </p:nvSpPr>
        <p:spPr>
          <a:xfrm>
            <a:off x="768096" y="4242816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900" dirty="0"/>
          </a:p>
        </p:txBody>
      </p:sp>
      <p:pic>
        <p:nvPicPr>
          <p:cNvPr id="4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67986" y="4325112"/>
            <a:ext cx="109728" cy="109728"/>
          </a:xfrm>
          <a:prstGeom prst="rect">
            <a:avLst/>
          </a:prstGeom>
        </p:spPr>
      </p:pic>
      <p:pic>
        <p:nvPicPr>
          <p:cNvPr id="42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5216" y="4626864"/>
            <a:ext cx="118872" cy="118872"/>
          </a:xfrm>
          <a:prstGeom prst="rect">
            <a:avLst/>
          </a:prstGeom>
        </p:spPr>
      </p:pic>
      <p:sp>
        <p:nvSpPr>
          <p:cNvPr id="43" name="Text 27"/>
          <p:cNvSpPr/>
          <p:nvPr/>
        </p:nvSpPr>
        <p:spPr>
          <a:xfrm>
            <a:off x="768096" y="4544568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third</a:t>
            </a:r>
            <a:endParaRPr lang="en-US" sz="900" dirty="0"/>
          </a:p>
        </p:txBody>
      </p:sp>
      <p:pic>
        <p:nvPicPr>
          <p:cNvPr id="44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267986" y="4626864"/>
            <a:ext cx="109728" cy="109728"/>
          </a:xfrm>
          <a:prstGeom prst="rect">
            <a:avLst/>
          </a:prstGeom>
        </p:spPr>
      </p:pic>
      <p:pic>
        <p:nvPicPr>
          <p:cNvPr id="45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85216" y="4928616"/>
            <a:ext cx="118872" cy="118872"/>
          </a:xfrm>
          <a:prstGeom prst="rect">
            <a:avLst/>
          </a:prstGeom>
        </p:spPr>
      </p:pic>
      <p:sp>
        <p:nvSpPr>
          <p:cNvPr id="46" name="Text 28"/>
          <p:cNvSpPr/>
          <p:nvPr/>
        </p:nvSpPr>
        <p:spPr>
          <a:xfrm>
            <a:off x="768096" y="4846320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frame</a:t>
            </a:r>
            <a:endParaRPr lang="en-US" sz="900" dirty="0"/>
          </a:p>
        </p:txBody>
      </p:sp>
      <p:pic>
        <p:nvPicPr>
          <p:cNvPr id="47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267986" y="4928616"/>
            <a:ext cx="109728" cy="109728"/>
          </a:xfrm>
          <a:prstGeom prst="rect">
            <a:avLst/>
          </a:prstGeom>
        </p:spPr>
      </p:pic>
      <p:sp>
        <p:nvSpPr>
          <p:cNvPr id="48" name="Shape 29"/>
          <p:cNvSpPr/>
          <p:nvPr/>
        </p:nvSpPr>
        <p:spPr>
          <a:xfrm>
            <a:off x="2533162" y="1883664"/>
            <a:ext cx="6565758" cy="2950312"/>
          </a:xfrm>
          <a:prstGeom prst="roundRect">
            <a:avLst>
              <a:gd name="adj" fmla="val 310"/>
            </a:avLst>
          </a:prstGeom>
          <a:solidFill>
            <a:srgbClr val="090B0F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9" name="Shape 30"/>
          <p:cNvSpPr/>
          <p:nvPr/>
        </p:nvSpPr>
        <p:spPr>
          <a:xfrm>
            <a:off x="2761762" y="2112264"/>
            <a:ext cx="6108558" cy="2493112"/>
          </a:xfrm>
          <a:prstGeom prst="roundRect">
            <a:avLst>
              <a:gd name="adj" fmla="val 2934"/>
            </a:avLst>
          </a:prstGeom>
          <a:solidFill>
            <a:srgbClr val="000000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50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770906" y="2121408"/>
            <a:ext cx="6090270" cy="2474824"/>
          </a:xfrm>
          <a:prstGeom prst="rect">
            <a:avLst/>
          </a:prstGeom>
        </p:spPr>
      </p:pic>
      <p:sp>
        <p:nvSpPr>
          <p:cNvPr id="51" name="Shape 31"/>
          <p:cNvSpPr/>
          <p:nvPr/>
        </p:nvSpPr>
        <p:spPr>
          <a:xfrm>
            <a:off x="7590160" y="2542032"/>
            <a:ext cx="1024128" cy="1097280"/>
          </a:xfrm>
          <a:prstGeom prst="roundRect">
            <a:avLst>
              <a:gd name="adj" fmla="val 10714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52" name="Shape 32"/>
          <p:cNvSpPr/>
          <p:nvPr/>
        </p:nvSpPr>
        <p:spPr>
          <a:xfrm>
            <a:off x="7773040" y="2679192"/>
            <a:ext cx="658368" cy="82296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53" name="Shape 33"/>
          <p:cNvSpPr/>
          <p:nvPr/>
        </p:nvSpPr>
        <p:spPr>
          <a:xfrm>
            <a:off x="7917881" y="2684678"/>
            <a:ext cx="368686" cy="368686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54" name="Shape 34"/>
          <p:cNvSpPr/>
          <p:nvPr/>
        </p:nvSpPr>
        <p:spPr>
          <a:xfrm rot="10800000">
            <a:off x="7866675" y="2607869"/>
            <a:ext cx="471099" cy="430134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55" name="Shape 35"/>
          <p:cNvSpPr/>
          <p:nvPr/>
        </p:nvSpPr>
        <p:spPr>
          <a:xfrm>
            <a:off x="7743779" y="3112618"/>
            <a:ext cx="716890" cy="384048"/>
          </a:xfrm>
          <a:prstGeom prst="roundRect">
            <a:avLst>
              <a:gd name="adj" fmla="val 28571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56" name="Shape 36"/>
          <p:cNvSpPr/>
          <p:nvPr/>
        </p:nvSpPr>
        <p:spPr>
          <a:xfrm>
            <a:off x="8394832" y="2651760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57" name="Shape 37"/>
          <p:cNvSpPr/>
          <p:nvPr/>
        </p:nvSpPr>
        <p:spPr>
          <a:xfrm>
            <a:off x="6485971" y="2566876"/>
            <a:ext cx="1583470" cy="1088922"/>
          </a:xfrm>
          <a:prstGeom prst="rect">
            <a:avLst/>
          </a:prstGeom>
          <a:solidFill>
            <a:srgbClr val="000000">
              <a:alpha val="0"/>
            </a:srgbClr>
          </a:solidFill>
          <a:ln w="15240">
            <a:solidFill>
              <a:srgbClr val="7C8FFF"/>
            </a:solidFill>
            <a:prstDash val="solid"/>
          </a:ln>
        </p:spPr>
      </p:sp>
      <p:sp>
        <p:nvSpPr>
          <p:cNvPr id="58" name="Shape 38"/>
          <p:cNvSpPr/>
          <p:nvPr/>
        </p:nvSpPr>
        <p:spPr>
          <a:xfrm>
            <a:off x="6453967" y="2534872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59" name="Shape 39"/>
          <p:cNvSpPr/>
          <p:nvPr/>
        </p:nvSpPr>
        <p:spPr>
          <a:xfrm>
            <a:off x="8037437" y="2534872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0" name="Shape 40"/>
          <p:cNvSpPr/>
          <p:nvPr/>
        </p:nvSpPr>
        <p:spPr>
          <a:xfrm>
            <a:off x="6453967" y="362379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1" name="Shape 41"/>
          <p:cNvSpPr/>
          <p:nvPr/>
        </p:nvSpPr>
        <p:spPr>
          <a:xfrm>
            <a:off x="8037437" y="362379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2" name="Shape 42"/>
          <p:cNvSpPr/>
          <p:nvPr/>
        </p:nvSpPr>
        <p:spPr>
          <a:xfrm>
            <a:off x="7245702" y="2534872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3" name="Shape 43"/>
          <p:cNvSpPr/>
          <p:nvPr/>
        </p:nvSpPr>
        <p:spPr>
          <a:xfrm>
            <a:off x="7245702" y="3623795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4" name="Shape 44"/>
          <p:cNvSpPr/>
          <p:nvPr/>
        </p:nvSpPr>
        <p:spPr>
          <a:xfrm>
            <a:off x="6453967" y="3079333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5" name="Shape 45"/>
          <p:cNvSpPr/>
          <p:nvPr/>
        </p:nvSpPr>
        <p:spPr>
          <a:xfrm>
            <a:off x="8037437" y="3079333"/>
            <a:ext cx="64008" cy="64008"/>
          </a:xfrm>
          <a:prstGeom prst="rect">
            <a:avLst/>
          </a:prstGeom>
          <a:solidFill>
            <a:srgbClr val="FFFFFF"/>
          </a:solidFill>
          <a:ln w="6350">
            <a:solidFill>
              <a:srgbClr val="7C8FFF"/>
            </a:solidFill>
            <a:prstDash val="solid"/>
          </a:ln>
        </p:spPr>
      </p:sp>
      <p:sp>
        <p:nvSpPr>
          <p:cNvPr id="66" name="Shape 46"/>
          <p:cNvSpPr/>
          <p:nvPr/>
        </p:nvSpPr>
        <p:spPr>
          <a:xfrm>
            <a:off x="6586555" y="3728951"/>
            <a:ext cx="1225296" cy="219456"/>
          </a:xfrm>
          <a:prstGeom prst="roundRect">
            <a:avLst>
              <a:gd name="adj" fmla="val 33333"/>
            </a:avLst>
          </a:prstGeom>
          <a:solidFill>
            <a:srgbClr val="7C8FFF"/>
          </a:solidFill>
          <a:ln w="635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67" name="Text 47"/>
          <p:cNvSpPr/>
          <p:nvPr/>
        </p:nvSpPr>
        <p:spPr>
          <a:xfrm>
            <a:off x="6659707" y="3742667"/>
            <a:ext cx="107899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 · 640×360</a:t>
            </a:r>
            <a:endParaRPr lang="en-US" sz="740" dirty="0"/>
          </a:p>
        </p:txBody>
      </p:sp>
      <p:sp>
        <p:nvSpPr>
          <p:cNvPr id="68" name="Shape 48"/>
          <p:cNvSpPr/>
          <p:nvPr/>
        </p:nvSpPr>
        <p:spPr>
          <a:xfrm>
            <a:off x="2953786" y="4340200"/>
            <a:ext cx="868680" cy="219456"/>
          </a:xfrm>
          <a:prstGeom prst="roundRect">
            <a:avLst>
              <a:gd name="adj" fmla="val 3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69" name="Text 49"/>
          <p:cNvSpPr/>
          <p:nvPr/>
        </p:nvSpPr>
        <p:spPr>
          <a:xfrm>
            <a:off x="3026938" y="4353916"/>
            <a:ext cx="7223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1440p · 60 fps</a:t>
            </a:r>
            <a:endParaRPr lang="en-US" sz="700" dirty="0"/>
          </a:p>
        </p:txBody>
      </p:sp>
      <p:sp>
        <p:nvSpPr>
          <p:cNvPr id="70" name="Shape 50"/>
          <p:cNvSpPr/>
          <p:nvPr/>
        </p:nvSpPr>
        <p:spPr>
          <a:xfrm>
            <a:off x="9098920" y="1883664"/>
            <a:ext cx="2651120" cy="4306824"/>
          </a:xfrm>
          <a:prstGeom prst="roundRect">
            <a:avLst>
              <a:gd name="adj" fmla="val 345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71" name="Text 51"/>
          <p:cNvSpPr/>
          <p:nvPr/>
        </p:nvSpPr>
        <p:spPr>
          <a:xfrm>
            <a:off x="9263512" y="1956816"/>
            <a:ext cx="216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</a:t>
            </a:r>
            <a:endParaRPr lang="en-US" sz="720" dirty="0"/>
          </a:p>
        </p:txBody>
      </p:sp>
      <p:pic>
        <p:nvPicPr>
          <p:cNvPr id="72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1521440" y="2029968"/>
            <a:ext cx="91440" cy="91440"/>
          </a:xfrm>
          <a:prstGeom prst="rect">
            <a:avLst/>
          </a:prstGeom>
        </p:spPr>
      </p:pic>
      <p:sp>
        <p:nvSpPr>
          <p:cNvPr id="73" name="Shape 52"/>
          <p:cNvSpPr/>
          <p:nvPr/>
        </p:nvSpPr>
        <p:spPr>
          <a:xfrm>
            <a:off x="9208648" y="2212848"/>
            <a:ext cx="658368" cy="228600"/>
          </a:xfrm>
          <a:prstGeom prst="roundRect">
            <a:avLst>
              <a:gd name="adj" fmla="val 32000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pic>
        <p:nvPicPr>
          <p:cNvPr id="74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9281800" y="2272284"/>
            <a:ext cx="109728" cy="109728"/>
          </a:xfrm>
          <a:prstGeom prst="rect">
            <a:avLst/>
          </a:prstGeom>
        </p:spPr>
      </p:pic>
      <p:sp>
        <p:nvSpPr>
          <p:cNvPr id="75" name="Text 53"/>
          <p:cNvSpPr/>
          <p:nvPr/>
        </p:nvSpPr>
        <p:spPr>
          <a:xfrm>
            <a:off x="9437248" y="2226564"/>
            <a:ext cx="374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730" dirty="0"/>
          </a:p>
        </p:txBody>
      </p:sp>
      <p:sp>
        <p:nvSpPr>
          <p:cNvPr id="76" name="Text 54"/>
          <p:cNvSpPr/>
          <p:nvPr/>
        </p:nvSpPr>
        <p:spPr>
          <a:xfrm>
            <a:off x="9208648" y="2578608"/>
            <a:ext cx="2440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880" dirty="0"/>
          </a:p>
        </p:txBody>
      </p:sp>
      <p:sp>
        <p:nvSpPr>
          <p:cNvPr id="77" name="Text 55"/>
          <p:cNvSpPr/>
          <p:nvPr/>
        </p:nvSpPr>
        <p:spPr>
          <a:xfrm>
            <a:off x="9208648" y="287121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800" dirty="0"/>
          </a:p>
        </p:txBody>
      </p:sp>
      <p:sp>
        <p:nvSpPr>
          <p:cNvPr id="78" name="Shape 56"/>
          <p:cNvSpPr/>
          <p:nvPr/>
        </p:nvSpPr>
        <p:spPr>
          <a:xfrm>
            <a:off x="9894448" y="2871216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79" name="Text 57"/>
          <p:cNvSpPr/>
          <p:nvPr/>
        </p:nvSpPr>
        <p:spPr>
          <a:xfrm>
            <a:off x="9976744" y="2871216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960</a:t>
            </a:r>
            <a:endParaRPr lang="en-US" sz="800" dirty="0"/>
          </a:p>
        </p:txBody>
      </p:sp>
      <p:sp>
        <p:nvSpPr>
          <p:cNvPr id="80" name="Text 58"/>
          <p:cNvSpPr/>
          <p:nvPr/>
        </p:nvSpPr>
        <p:spPr>
          <a:xfrm>
            <a:off x="11338560" y="287121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81" name="Text 59"/>
          <p:cNvSpPr/>
          <p:nvPr/>
        </p:nvSpPr>
        <p:spPr>
          <a:xfrm>
            <a:off x="9208648" y="319125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800" dirty="0"/>
          </a:p>
        </p:txBody>
      </p:sp>
      <p:sp>
        <p:nvSpPr>
          <p:cNvPr id="82" name="Shape 60"/>
          <p:cNvSpPr/>
          <p:nvPr/>
        </p:nvSpPr>
        <p:spPr>
          <a:xfrm>
            <a:off x="9894448" y="3191256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3" name="Text 61"/>
          <p:cNvSpPr/>
          <p:nvPr/>
        </p:nvSpPr>
        <p:spPr>
          <a:xfrm>
            <a:off x="9976744" y="3191256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494</a:t>
            </a:r>
            <a:endParaRPr lang="en-US" sz="800" dirty="0"/>
          </a:p>
        </p:txBody>
      </p:sp>
      <p:sp>
        <p:nvSpPr>
          <p:cNvPr id="84" name="Text 62"/>
          <p:cNvSpPr/>
          <p:nvPr/>
        </p:nvSpPr>
        <p:spPr>
          <a:xfrm>
            <a:off x="11338560" y="319125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85" name="Text 63"/>
          <p:cNvSpPr/>
          <p:nvPr/>
        </p:nvSpPr>
        <p:spPr>
          <a:xfrm>
            <a:off x="9208648" y="351129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800" dirty="0"/>
          </a:p>
        </p:txBody>
      </p:sp>
      <p:sp>
        <p:nvSpPr>
          <p:cNvPr id="86" name="Shape 64"/>
          <p:cNvSpPr/>
          <p:nvPr/>
        </p:nvSpPr>
        <p:spPr>
          <a:xfrm>
            <a:off x="9894448" y="3511296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7" name="Text 65"/>
          <p:cNvSpPr/>
          <p:nvPr/>
        </p:nvSpPr>
        <p:spPr>
          <a:xfrm>
            <a:off x="9976744" y="3511296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640</a:t>
            </a:r>
            <a:endParaRPr lang="en-US" sz="800" dirty="0"/>
          </a:p>
        </p:txBody>
      </p:sp>
      <p:sp>
        <p:nvSpPr>
          <p:cNvPr id="88" name="Text 66"/>
          <p:cNvSpPr/>
          <p:nvPr/>
        </p:nvSpPr>
        <p:spPr>
          <a:xfrm>
            <a:off x="11338560" y="351129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89" name="Text 67"/>
          <p:cNvSpPr/>
          <p:nvPr/>
        </p:nvSpPr>
        <p:spPr>
          <a:xfrm>
            <a:off x="9208648" y="3831336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800" dirty="0"/>
          </a:p>
        </p:txBody>
      </p:sp>
      <p:sp>
        <p:nvSpPr>
          <p:cNvPr id="90" name="Shape 68"/>
          <p:cNvSpPr/>
          <p:nvPr/>
        </p:nvSpPr>
        <p:spPr>
          <a:xfrm>
            <a:off x="9894448" y="3831336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1" name="Text 69"/>
          <p:cNvSpPr/>
          <p:nvPr/>
        </p:nvSpPr>
        <p:spPr>
          <a:xfrm>
            <a:off x="9976744" y="3831336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360</a:t>
            </a:r>
            <a:endParaRPr lang="en-US" sz="800" dirty="0"/>
          </a:p>
        </p:txBody>
      </p:sp>
      <p:sp>
        <p:nvSpPr>
          <p:cNvPr id="92" name="Text 70"/>
          <p:cNvSpPr/>
          <p:nvPr/>
        </p:nvSpPr>
        <p:spPr>
          <a:xfrm>
            <a:off x="11338560" y="3831336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93" name="Text 71"/>
          <p:cNvSpPr/>
          <p:nvPr/>
        </p:nvSpPr>
        <p:spPr>
          <a:xfrm>
            <a:off x="9208648" y="4279392"/>
            <a:ext cx="2440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Appearance</a:t>
            </a:r>
            <a:endParaRPr lang="en-US" sz="880" dirty="0"/>
          </a:p>
        </p:txBody>
      </p:sp>
      <p:sp>
        <p:nvSpPr>
          <p:cNvPr id="94" name="Text 72"/>
          <p:cNvSpPr/>
          <p:nvPr/>
        </p:nvSpPr>
        <p:spPr>
          <a:xfrm>
            <a:off x="9208648" y="4572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Opacity</a:t>
            </a:r>
            <a:endParaRPr lang="en-US" sz="800" dirty="0"/>
          </a:p>
        </p:txBody>
      </p:sp>
      <p:sp>
        <p:nvSpPr>
          <p:cNvPr id="95" name="Shape 73"/>
          <p:cNvSpPr/>
          <p:nvPr/>
        </p:nvSpPr>
        <p:spPr>
          <a:xfrm>
            <a:off x="9894448" y="4572000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6" name="Text 74"/>
          <p:cNvSpPr/>
          <p:nvPr/>
        </p:nvSpPr>
        <p:spPr>
          <a:xfrm>
            <a:off x="9976744" y="4572000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100</a:t>
            </a:r>
            <a:endParaRPr lang="en-US" sz="800" dirty="0"/>
          </a:p>
        </p:txBody>
      </p:sp>
      <p:sp>
        <p:nvSpPr>
          <p:cNvPr id="97" name="Text 75"/>
          <p:cNvSpPr/>
          <p:nvPr/>
        </p:nvSpPr>
        <p:spPr>
          <a:xfrm>
            <a:off x="11338560" y="4572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740" dirty="0"/>
          </a:p>
        </p:txBody>
      </p:sp>
      <p:sp>
        <p:nvSpPr>
          <p:cNvPr id="98" name="Text 76"/>
          <p:cNvSpPr/>
          <p:nvPr/>
        </p:nvSpPr>
        <p:spPr>
          <a:xfrm>
            <a:off x="9208648" y="4892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Radius</a:t>
            </a:r>
            <a:endParaRPr lang="en-US" sz="800" dirty="0"/>
          </a:p>
        </p:txBody>
      </p:sp>
      <p:sp>
        <p:nvSpPr>
          <p:cNvPr id="99" name="Shape 77"/>
          <p:cNvSpPr/>
          <p:nvPr/>
        </p:nvSpPr>
        <p:spPr>
          <a:xfrm>
            <a:off x="9894448" y="4892040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0" name="Text 78"/>
          <p:cNvSpPr/>
          <p:nvPr/>
        </p:nvSpPr>
        <p:spPr>
          <a:xfrm>
            <a:off x="9976744" y="4892040"/>
            <a:ext cx="13435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18</a:t>
            </a:r>
            <a:endParaRPr lang="en-US" sz="800" dirty="0"/>
          </a:p>
        </p:txBody>
      </p:sp>
      <p:sp>
        <p:nvSpPr>
          <p:cNvPr id="101" name="Text 79"/>
          <p:cNvSpPr/>
          <p:nvPr/>
        </p:nvSpPr>
        <p:spPr>
          <a:xfrm>
            <a:off x="11338560" y="4892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102" name="Shape 80"/>
          <p:cNvSpPr/>
          <p:nvPr/>
        </p:nvSpPr>
        <p:spPr>
          <a:xfrm>
            <a:off x="2533162" y="4833976"/>
            <a:ext cx="6565758" cy="1356512"/>
          </a:xfrm>
          <a:prstGeom prst="roundRect">
            <a:avLst>
              <a:gd name="adj" fmla="val 674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3" name="Text 81"/>
          <p:cNvSpPr/>
          <p:nvPr/>
        </p:nvSpPr>
        <p:spPr>
          <a:xfrm>
            <a:off x="2688610" y="4879696"/>
            <a:ext cx="609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720" dirty="0"/>
          </a:p>
        </p:txBody>
      </p:sp>
      <p:pic>
        <p:nvPicPr>
          <p:cNvPr id="104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870320" y="4952848"/>
            <a:ext cx="91440" cy="91440"/>
          </a:xfrm>
          <a:prstGeom prst="rect">
            <a:avLst/>
          </a:prstGeom>
        </p:spPr>
      </p:pic>
      <p:sp>
        <p:nvSpPr>
          <p:cNvPr id="105" name="Shape 82"/>
          <p:cNvSpPr/>
          <p:nvPr/>
        </p:nvSpPr>
        <p:spPr>
          <a:xfrm>
            <a:off x="2597170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06" name="Text 83"/>
          <p:cNvSpPr/>
          <p:nvPr/>
        </p:nvSpPr>
        <p:spPr>
          <a:xfrm>
            <a:off x="2661178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endParaRPr lang="en-US" sz="680" dirty="0"/>
          </a:p>
        </p:txBody>
      </p:sp>
      <p:sp>
        <p:nvSpPr>
          <p:cNvPr id="107" name="Text 84"/>
          <p:cNvSpPr/>
          <p:nvPr/>
        </p:nvSpPr>
        <p:spPr>
          <a:xfrm>
            <a:off x="2642890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MOTU M2</a:t>
            </a:r>
            <a:endParaRPr lang="en-US" sz="530" dirty="0"/>
          </a:p>
        </p:txBody>
      </p:sp>
      <p:sp>
        <p:nvSpPr>
          <p:cNvPr id="108" name="Shape 85"/>
          <p:cNvSpPr/>
          <p:nvPr/>
        </p:nvSpPr>
        <p:spPr>
          <a:xfrm>
            <a:off x="2679466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09" name="Shape 86"/>
          <p:cNvSpPr/>
          <p:nvPr/>
        </p:nvSpPr>
        <p:spPr>
          <a:xfrm>
            <a:off x="2706898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0" name="Shape 87"/>
          <p:cNvSpPr/>
          <p:nvPr/>
        </p:nvSpPr>
        <p:spPr>
          <a:xfrm>
            <a:off x="2706898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1" name="Shape 88"/>
          <p:cNvSpPr/>
          <p:nvPr/>
        </p:nvSpPr>
        <p:spPr>
          <a:xfrm>
            <a:off x="2706898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2" name="Shape 89"/>
          <p:cNvSpPr/>
          <p:nvPr/>
        </p:nvSpPr>
        <p:spPr>
          <a:xfrm>
            <a:off x="2706898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3" name="Shape 90"/>
          <p:cNvSpPr/>
          <p:nvPr/>
        </p:nvSpPr>
        <p:spPr>
          <a:xfrm>
            <a:off x="2706898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4" name="Shape 91"/>
          <p:cNvSpPr/>
          <p:nvPr/>
        </p:nvSpPr>
        <p:spPr>
          <a:xfrm>
            <a:off x="2706898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5" name="Shape 92"/>
          <p:cNvSpPr/>
          <p:nvPr/>
        </p:nvSpPr>
        <p:spPr>
          <a:xfrm>
            <a:off x="2706898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6" name="Shape 93"/>
          <p:cNvSpPr/>
          <p:nvPr/>
        </p:nvSpPr>
        <p:spPr>
          <a:xfrm>
            <a:off x="2706898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7" name="Shape 94"/>
          <p:cNvSpPr/>
          <p:nvPr/>
        </p:nvSpPr>
        <p:spPr>
          <a:xfrm>
            <a:off x="2706898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8" name="Shape 95"/>
          <p:cNvSpPr/>
          <p:nvPr/>
        </p:nvSpPr>
        <p:spPr>
          <a:xfrm>
            <a:off x="2706898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9" name="Shape 96"/>
          <p:cNvSpPr/>
          <p:nvPr/>
        </p:nvSpPr>
        <p:spPr>
          <a:xfrm>
            <a:off x="2706898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0" name="Shape 97"/>
          <p:cNvSpPr/>
          <p:nvPr/>
        </p:nvSpPr>
        <p:spPr>
          <a:xfrm>
            <a:off x="2706898" y="559033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1" name="Shape 98"/>
          <p:cNvSpPr/>
          <p:nvPr/>
        </p:nvSpPr>
        <p:spPr>
          <a:xfrm>
            <a:off x="2706898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2" name="Shape 99"/>
          <p:cNvSpPr/>
          <p:nvPr/>
        </p:nvSpPr>
        <p:spPr>
          <a:xfrm>
            <a:off x="2706898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3" name="Shape 100"/>
          <p:cNvSpPr/>
          <p:nvPr/>
        </p:nvSpPr>
        <p:spPr>
          <a:xfrm>
            <a:off x="2706898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4" name="Shape 101"/>
          <p:cNvSpPr/>
          <p:nvPr/>
        </p:nvSpPr>
        <p:spPr>
          <a:xfrm>
            <a:off x="2706898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5" name="Shape 102"/>
          <p:cNvSpPr/>
          <p:nvPr/>
        </p:nvSpPr>
        <p:spPr>
          <a:xfrm>
            <a:off x="2706898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6" name="Shape 103"/>
          <p:cNvSpPr/>
          <p:nvPr/>
        </p:nvSpPr>
        <p:spPr>
          <a:xfrm>
            <a:off x="2706898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7" name="Shape 104"/>
          <p:cNvSpPr/>
          <p:nvPr/>
        </p:nvSpPr>
        <p:spPr>
          <a:xfrm>
            <a:off x="2697754" y="550409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28" name="Shape 105"/>
          <p:cNvSpPr/>
          <p:nvPr/>
        </p:nvSpPr>
        <p:spPr>
          <a:xfrm>
            <a:off x="2798338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29" name="Shape 106"/>
          <p:cNvSpPr/>
          <p:nvPr/>
        </p:nvSpPr>
        <p:spPr>
          <a:xfrm>
            <a:off x="2825770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0" name="Shape 107"/>
          <p:cNvSpPr/>
          <p:nvPr/>
        </p:nvSpPr>
        <p:spPr>
          <a:xfrm>
            <a:off x="2825770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1" name="Shape 108"/>
          <p:cNvSpPr/>
          <p:nvPr/>
        </p:nvSpPr>
        <p:spPr>
          <a:xfrm>
            <a:off x="2825770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2" name="Shape 109"/>
          <p:cNvSpPr/>
          <p:nvPr/>
        </p:nvSpPr>
        <p:spPr>
          <a:xfrm>
            <a:off x="2825770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3" name="Shape 110"/>
          <p:cNvSpPr/>
          <p:nvPr/>
        </p:nvSpPr>
        <p:spPr>
          <a:xfrm>
            <a:off x="2825770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4" name="Shape 111"/>
          <p:cNvSpPr/>
          <p:nvPr/>
        </p:nvSpPr>
        <p:spPr>
          <a:xfrm>
            <a:off x="2825770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5" name="Shape 112"/>
          <p:cNvSpPr/>
          <p:nvPr/>
        </p:nvSpPr>
        <p:spPr>
          <a:xfrm>
            <a:off x="2825770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6" name="Shape 113"/>
          <p:cNvSpPr/>
          <p:nvPr/>
        </p:nvSpPr>
        <p:spPr>
          <a:xfrm>
            <a:off x="2825770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7" name="Shape 114"/>
          <p:cNvSpPr/>
          <p:nvPr/>
        </p:nvSpPr>
        <p:spPr>
          <a:xfrm>
            <a:off x="2825770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8" name="Shape 115"/>
          <p:cNvSpPr/>
          <p:nvPr/>
        </p:nvSpPr>
        <p:spPr>
          <a:xfrm>
            <a:off x="2825770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9" name="Shape 116"/>
          <p:cNvSpPr/>
          <p:nvPr/>
        </p:nvSpPr>
        <p:spPr>
          <a:xfrm>
            <a:off x="2825770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0" name="Shape 117"/>
          <p:cNvSpPr/>
          <p:nvPr/>
        </p:nvSpPr>
        <p:spPr>
          <a:xfrm>
            <a:off x="2825770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1" name="Shape 118"/>
          <p:cNvSpPr/>
          <p:nvPr/>
        </p:nvSpPr>
        <p:spPr>
          <a:xfrm>
            <a:off x="2825770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2" name="Shape 119"/>
          <p:cNvSpPr/>
          <p:nvPr/>
        </p:nvSpPr>
        <p:spPr>
          <a:xfrm>
            <a:off x="2825770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3" name="Shape 120"/>
          <p:cNvSpPr/>
          <p:nvPr/>
        </p:nvSpPr>
        <p:spPr>
          <a:xfrm>
            <a:off x="2825770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4" name="Shape 121"/>
          <p:cNvSpPr/>
          <p:nvPr/>
        </p:nvSpPr>
        <p:spPr>
          <a:xfrm>
            <a:off x="2825770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5" name="Shape 122"/>
          <p:cNvSpPr/>
          <p:nvPr/>
        </p:nvSpPr>
        <p:spPr>
          <a:xfrm>
            <a:off x="2825770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6" name="Shape 123"/>
          <p:cNvSpPr/>
          <p:nvPr/>
        </p:nvSpPr>
        <p:spPr>
          <a:xfrm>
            <a:off x="2825770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7" name="Shape 124"/>
          <p:cNvSpPr/>
          <p:nvPr/>
        </p:nvSpPr>
        <p:spPr>
          <a:xfrm>
            <a:off x="2816626" y="5526204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8" name="Shape 125"/>
          <p:cNvSpPr/>
          <p:nvPr/>
        </p:nvSpPr>
        <p:spPr>
          <a:xfrm>
            <a:off x="2990362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149" name="Shape 126"/>
          <p:cNvSpPr/>
          <p:nvPr/>
        </p:nvSpPr>
        <p:spPr>
          <a:xfrm>
            <a:off x="2935498" y="5592196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0" name="Shape 127"/>
          <p:cNvSpPr/>
          <p:nvPr/>
        </p:nvSpPr>
        <p:spPr>
          <a:xfrm>
            <a:off x="3831702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1" name="Text 128"/>
          <p:cNvSpPr/>
          <p:nvPr/>
        </p:nvSpPr>
        <p:spPr>
          <a:xfrm>
            <a:off x="3904854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152" name="Shape 129"/>
          <p:cNvSpPr/>
          <p:nvPr/>
        </p:nvSpPr>
        <p:spPr>
          <a:xfrm>
            <a:off x="3996294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3" name="Text 130"/>
          <p:cNvSpPr/>
          <p:nvPr/>
        </p:nvSpPr>
        <p:spPr>
          <a:xfrm>
            <a:off x="4069446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154" name="Shape 131"/>
          <p:cNvSpPr/>
          <p:nvPr/>
        </p:nvSpPr>
        <p:spPr>
          <a:xfrm>
            <a:off x="3831702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4F65E8"/>
          </a:solidFill>
          <a:ln w="635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55" name="Text 132"/>
          <p:cNvSpPr/>
          <p:nvPr/>
        </p:nvSpPr>
        <p:spPr>
          <a:xfrm>
            <a:off x="3904854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156" name="Text 133"/>
          <p:cNvSpPr/>
          <p:nvPr/>
        </p:nvSpPr>
        <p:spPr>
          <a:xfrm>
            <a:off x="2652034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+ VOD</a:t>
            </a:r>
            <a:endParaRPr lang="en-US" sz="540" dirty="0"/>
          </a:p>
        </p:txBody>
      </p:sp>
      <p:sp>
        <p:nvSpPr>
          <p:cNvPr id="157" name="Shape 134"/>
          <p:cNvSpPr/>
          <p:nvPr/>
        </p:nvSpPr>
        <p:spPr>
          <a:xfrm>
            <a:off x="4206606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58" name="Text 135"/>
          <p:cNvSpPr/>
          <p:nvPr/>
        </p:nvSpPr>
        <p:spPr>
          <a:xfrm>
            <a:off x="4270614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80" dirty="0"/>
          </a:p>
        </p:txBody>
      </p:sp>
      <p:sp>
        <p:nvSpPr>
          <p:cNvPr id="159" name="Text 136"/>
          <p:cNvSpPr/>
          <p:nvPr/>
        </p:nvSpPr>
        <p:spPr>
          <a:xfrm>
            <a:off x="4252326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Audio</a:t>
            </a:r>
            <a:endParaRPr lang="en-US" sz="530" dirty="0"/>
          </a:p>
        </p:txBody>
      </p:sp>
      <p:sp>
        <p:nvSpPr>
          <p:cNvPr id="160" name="Shape 137"/>
          <p:cNvSpPr/>
          <p:nvPr/>
        </p:nvSpPr>
        <p:spPr>
          <a:xfrm>
            <a:off x="4288902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61" name="Shape 138"/>
          <p:cNvSpPr/>
          <p:nvPr/>
        </p:nvSpPr>
        <p:spPr>
          <a:xfrm>
            <a:off x="4316334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2" name="Shape 139"/>
          <p:cNvSpPr/>
          <p:nvPr/>
        </p:nvSpPr>
        <p:spPr>
          <a:xfrm>
            <a:off x="4316334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3" name="Shape 140"/>
          <p:cNvSpPr/>
          <p:nvPr/>
        </p:nvSpPr>
        <p:spPr>
          <a:xfrm>
            <a:off x="4316334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4" name="Shape 141"/>
          <p:cNvSpPr/>
          <p:nvPr/>
        </p:nvSpPr>
        <p:spPr>
          <a:xfrm>
            <a:off x="4316334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5" name="Shape 142"/>
          <p:cNvSpPr/>
          <p:nvPr/>
        </p:nvSpPr>
        <p:spPr>
          <a:xfrm>
            <a:off x="4316334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6" name="Shape 143"/>
          <p:cNvSpPr/>
          <p:nvPr/>
        </p:nvSpPr>
        <p:spPr>
          <a:xfrm>
            <a:off x="4316334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7" name="Shape 144"/>
          <p:cNvSpPr/>
          <p:nvPr/>
        </p:nvSpPr>
        <p:spPr>
          <a:xfrm>
            <a:off x="4316334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8" name="Shape 145"/>
          <p:cNvSpPr/>
          <p:nvPr/>
        </p:nvSpPr>
        <p:spPr>
          <a:xfrm>
            <a:off x="4316334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9" name="Shape 146"/>
          <p:cNvSpPr/>
          <p:nvPr/>
        </p:nvSpPr>
        <p:spPr>
          <a:xfrm>
            <a:off x="4316334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0" name="Shape 147"/>
          <p:cNvSpPr/>
          <p:nvPr/>
        </p:nvSpPr>
        <p:spPr>
          <a:xfrm>
            <a:off x="4316334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1" name="Shape 148"/>
          <p:cNvSpPr/>
          <p:nvPr/>
        </p:nvSpPr>
        <p:spPr>
          <a:xfrm>
            <a:off x="4316334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2" name="Shape 149"/>
          <p:cNvSpPr/>
          <p:nvPr/>
        </p:nvSpPr>
        <p:spPr>
          <a:xfrm>
            <a:off x="4316334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3" name="Shape 150"/>
          <p:cNvSpPr/>
          <p:nvPr/>
        </p:nvSpPr>
        <p:spPr>
          <a:xfrm>
            <a:off x="4316334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4" name="Shape 151"/>
          <p:cNvSpPr/>
          <p:nvPr/>
        </p:nvSpPr>
        <p:spPr>
          <a:xfrm>
            <a:off x="4316334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5" name="Shape 152"/>
          <p:cNvSpPr/>
          <p:nvPr/>
        </p:nvSpPr>
        <p:spPr>
          <a:xfrm>
            <a:off x="4316334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6" name="Shape 153"/>
          <p:cNvSpPr/>
          <p:nvPr/>
        </p:nvSpPr>
        <p:spPr>
          <a:xfrm>
            <a:off x="4316334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7" name="Shape 154"/>
          <p:cNvSpPr/>
          <p:nvPr/>
        </p:nvSpPr>
        <p:spPr>
          <a:xfrm>
            <a:off x="4316334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8" name="Shape 155"/>
          <p:cNvSpPr/>
          <p:nvPr/>
        </p:nvSpPr>
        <p:spPr>
          <a:xfrm>
            <a:off x="4316334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9" name="Shape 156"/>
          <p:cNvSpPr/>
          <p:nvPr/>
        </p:nvSpPr>
        <p:spPr>
          <a:xfrm>
            <a:off x="4307190" y="557483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0" name="Shape 157"/>
          <p:cNvSpPr/>
          <p:nvPr/>
        </p:nvSpPr>
        <p:spPr>
          <a:xfrm>
            <a:off x="4407774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81" name="Shape 158"/>
          <p:cNvSpPr/>
          <p:nvPr/>
        </p:nvSpPr>
        <p:spPr>
          <a:xfrm>
            <a:off x="4435206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2" name="Shape 159"/>
          <p:cNvSpPr/>
          <p:nvPr/>
        </p:nvSpPr>
        <p:spPr>
          <a:xfrm>
            <a:off x="4435206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3" name="Shape 160"/>
          <p:cNvSpPr/>
          <p:nvPr/>
        </p:nvSpPr>
        <p:spPr>
          <a:xfrm>
            <a:off x="4435206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4" name="Shape 161"/>
          <p:cNvSpPr/>
          <p:nvPr/>
        </p:nvSpPr>
        <p:spPr>
          <a:xfrm>
            <a:off x="4435206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5" name="Shape 162"/>
          <p:cNvSpPr/>
          <p:nvPr/>
        </p:nvSpPr>
        <p:spPr>
          <a:xfrm>
            <a:off x="4435206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6" name="Shape 163"/>
          <p:cNvSpPr/>
          <p:nvPr/>
        </p:nvSpPr>
        <p:spPr>
          <a:xfrm>
            <a:off x="4435206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7" name="Shape 164"/>
          <p:cNvSpPr/>
          <p:nvPr/>
        </p:nvSpPr>
        <p:spPr>
          <a:xfrm>
            <a:off x="4435206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8" name="Shape 165"/>
          <p:cNvSpPr/>
          <p:nvPr/>
        </p:nvSpPr>
        <p:spPr>
          <a:xfrm>
            <a:off x="4435206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9" name="Shape 166"/>
          <p:cNvSpPr/>
          <p:nvPr/>
        </p:nvSpPr>
        <p:spPr>
          <a:xfrm>
            <a:off x="4435206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0" name="Shape 167"/>
          <p:cNvSpPr/>
          <p:nvPr/>
        </p:nvSpPr>
        <p:spPr>
          <a:xfrm>
            <a:off x="4435206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1" name="Shape 168"/>
          <p:cNvSpPr/>
          <p:nvPr/>
        </p:nvSpPr>
        <p:spPr>
          <a:xfrm>
            <a:off x="4435206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2" name="Shape 169"/>
          <p:cNvSpPr/>
          <p:nvPr/>
        </p:nvSpPr>
        <p:spPr>
          <a:xfrm>
            <a:off x="4435206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3" name="Shape 170"/>
          <p:cNvSpPr/>
          <p:nvPr/>
        </p:nvSpPr>
        <p:spPr>
          <a:xfrm>
            <a:off x="4435206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4" name="Shape 171"/>
          <p:cNvSpPr/>
          <p:nvPr/>
        </p:nvSpPr>
        <p:spPr>
          <a:xfrm>
            <a:off x="4435206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5" name="Shape 172"/>
          <p:cNvSpPr/>
          <p:nvPr/>
        </p:nvSpPr>
        <p:spPr>
          <a:xfrm>
            <a:off x="4435206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6" name="Shape 173"/>
          <p:cNvSpPr/>
          <p:nvPr/>
        </p:nvSpPr>
        <p:spPr>
          <a:xfrm>
            <a:off x="4435206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7" name="Shape 174"/>
          <p:cNvSpPr/>
          <p:nvPr/>
        </p:nvSpPr>
        <p:spPr>
          <a:xfrm>
            <a:off x="4435206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8" name="Shape 175"/>
          <p:cNvSpPr/>
          <p:nvPr/>
        </p:nvSpPr>
        <p:spPr>
          <a:xfrm>
            <a:off x="4435206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9" name="Shape 176"/>
          <p:cNvSpPr/>
          <p:nvPr/>
        </p:nvSpPr>
        <p:spPr>
          <a:xfrm>
            <a:off x="4426062" y="5596942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0" name="Shape 177"/>
          <p:cNvSpPr/>
          <p:nvPr/>
        </p:nvSpPr>
        <p:spPr>
          <a:xfrm>
            <a:off x="4599798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01" name="Shape 178"/>
          <p:cNvSpPr/>
          <p:nvPr/>
        </p:nvSpPr>
        <p:spPr>
          <a:xfrm>
            <a:off x="4544934" y="5612679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2" name="Shape 179"/>
          <p:cNvSpPr/>
          <p:nvPr/>
        </p:nvSpPr>
        <p:spPr>
          <a:xfrm>
            <a:off x="5441137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3" name="Text 180"/>
          <p:cNvSpPr/>
          <p:nvPr/>
        </p:nvSpPr>
        <p:spPr>
          <a:xfrm>
            <a:off x="5514289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04" name="Shape 181"/>
          <p:cNvSpPr/>
          <p:nvPr/>
        </p:nvSpPr>
        <p:spPr>
          <a:xfrm>
            <a:off x="5605729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5" name="Text 182"/>
          <p:cNvSpPr/>
          <p:nvPr/>
        </p:nvSpPr>
        <p:spPr>
          <a:xfrm>
            <a:off x="5678881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06" name="Shape 183"/>
          <p:cNvSpPr/>
          <p:nvPr/>
        </p:nvSpPr>
        <p:spPr>
          <a:xfrm>
            <a:off x="5441137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7" name="Text 184"/>
          <p:cNvSpPr/>
          <p:nvPr/>
        </p:nvSpPr>
        <p:spPr>
          <a:xfrm>
            <a:off x="5514289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08" name="Text 185"/>
          <p:cNvSpPr/>
          <p:nvPr/>
        </p:nvSpPr>
        <p:spPr>
          <a:xfrm>
            <a:off x="4261470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09" name="Shape 186"/>
          <p:cNvSpPr/>
          <p:nvPr/>
        </p:nvSpPr>
        <p:spPr>
          <a:xfrm>
            <a:off x="5816041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10" name="Text 187"/>
          <p:cNvSpPr/>
          <p:nvPr/>
        </p:nvSpPr>
        <p:spPr>
          <a:xfrm>
            <a:off x="5880049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680" dirty="0"/>
          </a:p>
        </p:txBody>
      </p:sp>
      <p:sp>
        <p:nvSpPr>
          <p:cNvPr id="211" name="Text 188"/>
          <p:cNvSpPr/>
          <p:nvPr/>
        </p:nvSpPr>
        <p:spPr>
          <a:xfrm>
            <a:off x="5861761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530" dirty="0"/>
          </a:p>
        </p:txBody>
      </p:sp>
      <p:sp>
        <p:nvSpPr>
          <p:cNvPr id="212" name="Shape 189"/>
          <p:cNvSpPr/>
          <p:nvPr/>
        </p:nvSpPr>
        <p:spPr>
          <a:xfrm>
            <a:off x="5898337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13" name="Shape 190"/>
          <p:cNvSpPr/>
          <p:nvPr/>
        </p:nvSpPr>
        <p:spPr>
          <a:xfrm>
            <a:off x="5925769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4" name="Shape 191"/>
          <p:cNvSpPr/>
          <p:nvPr/>
        </p:nvSpPr>
        <p:spPr>
          <a:xfrm>
            <a:off x="5925769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5" name="Shape 192"/>
          <p:cNvSpPr/>
          <p:nvPr/>
        </p:nvSpPr>
        <p:spPr>
          <a:xfrm>
            <a:off x="5925769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6" name="Shape 193"/>
          <p:cNvSpPr/>
          <p:nvPr/>
        </p:nvSpPr>
        <p:spPr>
          <a:xfrm>
            <a:off x="5925769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7" name="Shape 194"/>
          <p:cNvSpPr/>
          <p:nvPr/>
        </p:nvSpPr>
        <p:spPr>
          <a:xfrm>
            <a:off x="5925769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8" name="Shape 195"/>
          <p:cNvSpPr/>
          <p:nvPr/>
        </p:nvSpPr>
        <p:spPr>
          <a:xfrm>
            <a:off x="5925769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9" name="Shape 196"/>
          <p:cNvSpPr/>
          <p:nvPr/>
        </p:nvSpPr>
        <p:spPr>
          <a:xfrm>
            <a:off x="5925769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20" name="Shape 197"/>
          <p:cNvSpPr/>
          <p:nvPr/>
        </p:nvSpPr>
        <p:spPr>
          <a:xfrm>
            <a:off x="5925769" y="568614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1" name="Shape 198"/>
          <p:cNvSpPr/>
          <p:nvPr/>
        </p:nvSpPr>
        <p:spPr>
          <a:xfrm>
            <a:off x="5925769" y="5662193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2" name="Shape 199"/>
          <p:cNvSpPr/>
          <p:nvPr/>
        </p:nvSpPr>
        <p:spPr>
          <a:xfrm>
            <a:off x="5925769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3" name="Shape 200"/>
          <p:cNvSpPr/>
          <p:nvPr/>
        </p:nvSpPr>
        <p:spPr>
          <a:xfrm>
            <a:off x="5925769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4" name="Shape 201"/>
          <p:cNvSpPr/>
          <p:nvPr/>
        </p:nvSpPr>
        <p:spPr>
          <a:xfrm>
            <a:off x="5925769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5" name="Shape 202"/>
          <p:cNvSpPr/>
          <p:nvPr/>
        </p:nvSpPr>
        <p:spPr>
          <a:xfrm>
            <a:off x="5925769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6" name="Shape 203"/>
          <p:cNvSpPr/>
          <p:nvPr/>
        </p:nvSpPr>
        <p:spPr>
          <a:xfrm>
            <a:off x="5925769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7" name="Shape 204"/>
          <p:cNvSpPr/>
          <p:nvPr/>
        </p:nvSpPr>
        <p:spPr>
          <a:xfrm>
            <a:off x="5925769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8" name="Shape 205"/>
          <p:cNvSpPr/>
          <p:nvPr/>
        </p:nvSpPr>
        <p:spPr>
          <a:xfrm>
            <a:off x="5925769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9" name="Shape 206"/>
          <p:cNvSpPr/>
          <p:nvPr/>
        </p:nvSpPr>
        <p:spPr>
          <a:xfrm>
            <a:off x="5925769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0" name="Shape 207"/>
          <p:cNvSpPr/>
          <p:nvPr/>
        </p:nvSpPr>
        <p:spPr>
          <a:xfrm>
            <a:off x="5925769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1" name="Shape 208"/>
          <p:cNvSpPr/>
          <p:nvPr/>
        </p:nvSpPr>
        <p:spPr>
          <a:xfrm>
            <a:off x="5916625" y="5636732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2" name="Shape 209"/>
          <p:cNvSpPr/>
          <p:nvPr/>
        </p:nvSpPr>
        <p:spPr>
          <a:xfrm>
            <a:off x="6017209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33" name="Shape 210"/>
          <p:cNvSpPr/>
          <p:nvPr/>
        </p:nvSpPr>
        <p:spPr>
          <a:xfrm>
            <a:off x="6044641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4" name="Shape 211"/>
          <p:cNvSpPr/>
          <p:nvPr/>
        </p:nvSpPr>
        <p:spPr>
          <a:xfrm>
            <a:off x="6044641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5" name="Shape 212"/>
          <p:cNvSpPr/>
          <p:nvPr/>
        </p:nvSpPr>
        <p:spPr>
          <a:xfrm>
            <a:off x="6044641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6" name="Shape 213"/>
          <p:cNvSpPr/>
          <p:nvPr/>
        </p:nvSpPr>
        <p:spPr>
          <a:xfrm>
            <a:off x="6044641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7" name="Shape 214"/>
          <p:cNvSpPr/>
          <p:nvPr/>
        </p:nvSpPr>
        <p:spPr>
          <a:xfrm>
            <a:off x="6044641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8" name="Shape 215"/>
          <p:cNvSpPr/>
          <p:nvPr/>
        </p:nvSpPr>
        <p:spPr>
          <a:xfrm>
            <a:off x="6044641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9" name="Shape 216"/>
          <p:cNvSpPr/>
          <p:nvPr/>
        </p:nvSpPr>
        <p:spPr>
          <a:xfrm>
            <a:off x="6044641" y="571009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0" name="Shape 217"/>
          <p:cNvSpPr/>
          <p:nvPr/>
        </p:nvSpPr>
        <p:spPr>
          <a:xfrm>
            <a:off x="6044641" y="568614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1" name="Shape 218"/>
          <p:cNvSpPr/>
          <p:nvPr/>
        </p:nvSpPr>
        <p:spPr>
          <a:xfrm>
            <a:off x="6044641" y="5662193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2" name="Shape 219"/>
          <p:cNvSpPr/>
          <p:nvPr/>
        </p:nvSpPr>
        <p:spPr>
          <a:xfrm>
            <a:off x="6044641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3" name="Shape 220"/>
          <p:cNvSpPr/>
          <p:nvPr/>
        </p:nvSpPr>
        <p:spPr>
          <a:xfrm>
            <a:off x="6044641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4" name="Shape 221"/>
          <p:cNvSpPr/>
          <p:nvPr/>
        </p:nvSpPr>
        <p:spPr>
          <a:xfrm>
            <a:off x="6044641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5" name="Shape 222"/>
          <p:cNvSpPr/>
          <p:nvPr/>
        </p:nvSpPr>
        <p:spPr>
          <a:xfrm>
            <a:off x="6044641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6" name="Shape 223"/>
          <p:cNvSpPr/>
          <p:nvPr/>
        </p:nvSpPr>
        <p:spPr>
          <a:xfrm>
            <a:off x="6044641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7" name="Shape 224"/>
          <p:cNvSpPr/>
          <p:nvPr/>
        </p:nvSpPr>
        <p:spPr>
          <a:xfrm>
            <a:off x="6044641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8" name="Shape 225"/>
          <p:cNvSpPr/>
          <p:nvPr/>
        </p:nvSpPr>
        <p:spPr>
          <a:xfrm>
            <a:off x="6044641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9" name="Shape 226"/>
          <p:cNvSpPr/>
          <p:nvPr/>
        </p:nvSpPr>
        <p:spPr>
          <a:xfrm>
            <a:off x="6044641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0" name="Shape 227"/>
          <p:cNvSpPr/>
          <p:nvPr/>
        </p:nvSpPr>
        <p:spPr>
          <a:xfrm>
            <a:off x="6044641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1" name="Shape 228"/>
          <p:cNvSpPr/>
          <p:nvPr/>
        </p:nvSpPr>
        <p:spPr>
          <a:xfrm>
            <a:off x="6035497" y="565883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2" name="Shape 229"/>
          <p:cNvSpPr/>
          <p:nvPr/>
        </p:nvSpPr>
        <p:spPr>
          <a:xfrm>
            <a:off x="6209233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53" name="Shape 230"/>
          <p:cNvSpPr/>
          <p:nvPr/>
        </p:nvSpPr>
        <p:spPr>
          <a:xfrm>
            <a:off x="6154369" y="5630601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4" name="Shape 231"/>
          <p:cNvSpPr/>
          <p:nvPr/>
        </p:nvSpPr>
        <p:spPr>
          <a:xfrm>
            <a:off x="7050573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5" name="Text 232"/>
          <p:cNvSpPr/>
          <p:nvPr/>
        </p:nvSpPr>
        <p:spPr>
          <a:xfrm>
            <a:off x="7123725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56" name="Shape 233"/>
          <p:cNvSpPr/>
          <p:nvPr/>
        </p:nvSpPr>
        <p:spPr>
          <a:xfrm>
            <a:off x="7215165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7" name="Text 234"/>
          <p:cNvSpPr/>
          <p:nvPr/>
        </p:nvSpPr>
        <p:spPr>
          <a:xfrm>
            <a:off x="7288317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58" name="Shape 235"/>
          <p:cNvSpPr/>
          <p:nvPr/>
        </p:nvSpPr>
        <p:spPr>
          <a:xfrm>
            <a:off x="7050573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9" name="Text 236"/>
          <p:cNvSpPr/>
          <p:nvPr/>
        </p:nvSpPr>
        <p:spPr>
          <a:xfrm>
            <a:off x="7123725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60" name="Text 237"/>
          <p:cNvSpPr/>
          <p:nvPr/>
        </p:nvSpPr>
        <p:spPr>
          <a:xfrm>
            <a:off x="5870905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 off</a:t>
            </a:r>
            <a:endParaRPr lang="en-US" sz="540" dirty="0"/>
          </a:p>
        </p:txBody>
      </p:sp>
      <p:sp>
        <p:nvSpPr>
          <p:cNvPr id="261" name="Shape 238"/>
          <p:cNvSpPr/>
          <p:nvPr/>
        </p:nvSpPr>
        <p:spPr>
          <a:xfrm>
            <a:off x="7425477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62" name="Text 239"/>
          <p:cNvSpPr/>
          <p:nvPr/>
        </p:nvSpPr>
        <p:spPr>
          <a:xfrm>
            <a:off x="7489485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680" dirty="0"/>
          </a:p>
        </p:txBody>
      </p:sp>
      <p:sp>
        <p:nvSpPr>
          <p:cNvPr id="263" name="Text 240"/>
          <p:cNvSpPr/>
          <p:nvPr/>
        </p:nvSpPr>
        <p:spPr>
          <a:xfrm>
            <a:off x="7471197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530" dirty="0"/>
          </a:p>
        </p:txBody>
      </p:sp>
      <p:sp>
        <p:nvSpPr>
          <p:cNvPr id="264" name="Shape 241"/>
          <p:cNvSpPr/>
          <p:nvPr/>
        </p:nvSpPr>
        <p:spPr>
          <a:xfrm>
            <a:off x="7507773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65" name="Shape 242"/>
          <p:cNvSpPr/>
          <p:nvPr/>
        </p:nvSpPr>
        <p:spPr>
          <a:xfrm>
            <a:off x="7535205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6" name="Shape 243"/>
          <p:cNvSpPr/>
          <p:nvPr/>
        </p:nvSpPr>
        <p:spPr>
          <a:xfrm>
            <a:off x="7535205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7" name="Shape 244"/>
          <p:cNvSpPr/>
          <p:nvPr/>
        </p:nvSpPr>
        <p:spPr>
          <a:xfrm>
            <a:off x="7535205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8" name="Shape 245"/>
          <p:cNvSpPr/>
          <p:nvPr/>
        </p:nvSpPr>
        <p:spPr>
          <a:xfrm>
            <a:off x="7535205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9" name="Shape 246"/>
          <p:cNvSpPr/>
          <p:nvPr/>
        </p:nvSpPr>
        <p:spPr>
          <a:xfrm>
            <a:off x="7535205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0" name="Shape 247"/>
          <p:cNvSpPr/>
          <p:nvPr/>
        </p:nvSpPr>
        <p:spPr>
          <a:xfrm>
            <a:off x="7535205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1" name="Shape 248"/>
          <p:cNvSpPr/>
          <p:nvPr/>
        </p:nvSpPr>
        <p:spPr>
          <a:xfrm>
            <a:off x="7535205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2" name="Shape 249"/>
          <p:cNvSpPr/>
          <p:nvPr/>
        </p:nvSpPr>
        <p:spPr>
          <a:xfrm>
            <a:off x="7535205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3" name="Shape 250"/>
          <p:cNvSpPr/>
          <p:nvPr/>
        </p:nvSpPr>
        <p:spPr>
          <a:xfrm>
            <a:off x="7535205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4" name="Shape 251"/>
          <p:cNvSpPr/>
          <p:nvPr/>
        </p:nvSpPr>
        <p:spPr>
          <a:xfrm>
            <a:off x="7535205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5" name="Shape 252"/>
          <p:cNvSpPr/>
          <p:nvPr/>
        </p:nvSpPr>
        <p:spPr>
          <a:xfrm>
            <a:off x="7535205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6" name="Shape 253"/>
          <p:cNvSpPr/>
          <p:nvPr/>
        </p:nvSpPr>
        <p:spPr>
          <a:xfrm>
            <a:off x="7535205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7" name="Shape 254"/>
          <p:cNvSpPr/>
          <p:nvPr/>
        </p:nvSpPr>
        <p:spPr>
          <a:xfrm>
            <a:off x="7535205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8" name="Shape 255"/>
          <p:cNvSpPr/>
          <p:nvPr/>
        </p:nvSpPr>
        <p:spPr>
          <a:xfrm>
            <a:off x="7535205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9" name="Shape 256"/>
          <p:cNvSpPr/>
          <p:nvPr/>
        </p:nvSpPr>
        <p:spPr>
          <a:xfrm>
            <a:off x="7535205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0" name="Shape 257"/>
          <p:cNvSpPr/>
          <p:nvPr/>
        </p:nvSpPr>
        <p:spPr>
          <a:xfrm>
            <a:off x="7535205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1" name="Shape 258"/>
          <p:cNvSpPr/>
          <p:nvPr/>
        </p:nvSpPr>
        <p:spPr>
          <a:xfrm>
            <a:off x="7535205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2" name="Shape 259"/>
          <p:cNvSpPr/>
          <p:nvPr/>
        </p:nvSpPr>
        <p:spPr>
          <a:xfrm>
            <a:off x="7535205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3" name="Shape 260"/>
          <p:cNvSpPr/>
          <p:nvPr/>
        </p:nvSpPr>
        <p:spPr>
          <a:xfrm>
            <a:off x="7526061" y="5539467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4" name="Shape 261"/>
          <p:cNvSpPr/>
          <p:nvPr/>
        </p:nvSpPr>
        <p:spPr>
          <a:xfrm>
            <a:off x="7626645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85" name="Shape 262"/>
          <p:cNvSpPr/>
          <p:nvPr/>
        </p:nvSpPr>
        <p:spPr>
          <a:xfrm>
            <a:off x="7654077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6" name="Shape 263"/>
          <p:cNvSpPr/>
          <p:nvPr/>
        </p:nvSpPr>
        <p:spPr>
          <a:xfrm>
            <a:off x="7654077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7" name="Shape 264"/>
          <p:cNvSpPr/>
          <p:nvPr/>
        </p:nvSpPr>
        <p:spPr>
          <a:xfrm>
            <a:off x="7654077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8" name="Shape 265"/>
          <p:cNvSpPr/>
          <p:nvPr/>
        </p:nvSpPr>
        <p:spPr>
          <a:xfrm>
            <a:off x="7654077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9" name="Shape 266"/>
          <p:cNvSpPr/>
          <p:nvPr/>
        </p:nvSpPr>
        <p:spPr>
          <a:xfrm>
            <a:off x="7654077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0" name="Shape 267"/>
          <p:cNvSpPr/>
          <p:nvPr/>
        </p:nvSpPr>
        <p:spPr>
          <a:xfrm>
            <a:off x="7654077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1" name="Shape 268"/>
          <p:cNvSpPr/>
          <p:nvPr/>
        </p:nvSpPr>
        <p:spPr>
          <a:xfrm>
            <a:off x="7654077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2" name="Shape 269"/>
          <p:cNvSpPr/>
          <p:nvPr/>
        </p:nvSpPr>
        <p:spPr>
          <a:xfrm>
            <a:off x="7654077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3" name="Shape 270"/>
          <p:cNvSpPr/>
          <p:nvPr/>
        </p:nvSpPr>
        <p:spPr>
          <a:xfrm>
            <a:off x="7654077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4" name="Shape 271"/>
          <p:cNvSpPr/>
          <p:nvPr/>
        </p:nvSpPr>
        <p:spPr>
          <a:xfrm>
            <a:off x="7654077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5" name="Shape 272"/>
          <p:cNvSpPr/>
          <p:nvPr/>
        </p:nvSpPr>
        <p:spPr>
          <a:xfrm>
            <a:off x="7654077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6" name="Shape 273"/>
          <p:cNvSpPr/>
          <p:nvPr/>
        </p:nvSpPr>
        <p:spPr>
          <a:xfrm>
            <a:off x="7654077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7" name="Shape 274"/>
          <p:cNvSpPr/>
          <p:nvPr/>
        </p:nvSpPr>
        <p:spPr>
          <a:xfrm>
            <a:off x="7654077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8" name="Shape 275"/>
          <p:cNvSpPr/>
          <p:nvPr/>
        </p:nvSpPr>
        <p:spPr>
          <a:xfrm>
            <a:off x="7654077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9" name="Shape 276"/>
          <p:cNvSpPr/>
          <p:nvPr/>
        </p:nvSpPr>
        <p:spPr>
          <a:xfrm>
            <a:off x="7654077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0" name="Shape 277"/>
          <p:cNvSpPr/>
          <p:nvPr/>
        </p:nvSpPr>
        <p:spPr>
          <a:xfrm>
            <a:off x="7654077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1" name="Shape 278"/>
          <p:cNvSpPr/>
          <p:nvPr/>
        </p:nvSpPr>
        <p:spPr>
          <a:xfrm>
            <a:off x="7654077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2" name="Shape 279"/>
          <p:cNvSpPr/>
          <p:nvPr/>
        </p:nvSpPr>
        <p:spPr>
          <a:xfrm>
            <a:off x="7654077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3" name="Shape 280"/>
          <p:cNvSpPr/>
          <p:nvPr/>
        </p:nvSpPr>
        <p:spPr>
          <a:xfrm>
            <a:off x="7644933" y="5561573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4" name="Shape 281"/>
          <p:cNvSpPr/>
          <p:nvPr/>
        </p:nvSpPr>
        <p:spPr>
          <a:xfrm>
            <a:off x="7818669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305" name="Shape 282"/>
          <p:cNvSpPr/>
          <p:nvPr/>
        </p:nvSpPr>
        <p:spPr>
          <a:xfrm>
            <a:off x="7763805" y="5602437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6" name="Shape 283"/>
          <p:cNvSpPr/>
          <p:nvPr/>
        </p:nvSpPr>
        <p:spPr>
          <a:xfrm>
            <a:off x="8660008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307" name="Text 284"/>
          <p:cNvSpPr/>
          <p:nvPr/>
        </p:nvSpPr>
        <p:spPr>
          <a:xfrm>
            <a:off x="8733160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308" name="Shape 285"/>
          <p:cNvSpPr/>
          <p:nvPr/>
        </p:nvSpPr>
        <p:spPr>
          <a:xfrm>
            <a:off x="8824600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9" name="Text 286"/>
          <p:cNvSpPr/>
          <p:nvPr/>
        </p:nvSpPr>
        <p:spPr>
          <a:xfrm>
            <a:off x="8897752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310" name="Shape 287"/>
          <p:cNvSpPr/>
          <p:nvPr/>
        </p:nvSpPr>
        <p:spPr>
          <a:xfrm>
            <a:off x="8660008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11" name="Text 288"/>
          <p:cNvSpPr/>
          <p:nvPr/>
        </p:nvSpPr>
        <p:spPr>
          <a:xfrm>
            <a:off x="8733160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312" name="Text 289"/>
          <p:cNvSpPr/>
          <p:nvPr/>
        </p:nvSpPr>
        <p:spPr>
          <a:xfrm>
            <a:off x="7480341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3200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HERO RENDER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02920" y="640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Studio mode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02920" y="10698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 et Program clairement séparés. Les sorties et la santé prennent la priorité pendant le live.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38912" y="1490472"/>
            <a:ext cx="11320272" cy="4709160"/>
          </a:xfrm>
          <a:prstGeom prst="roundRect">
            <a:avLst>
              <a:gd name="adj" fmla="val 2718"/>
            </a:avLst>
          </a:prstGeom>
          <a:solidFill>
            <a:srgbClr val="0B0D11"/>
          </a:solidFill>
          <a:ln w="11430">
            <a:solidFill>
              <a:srgbClr val="353D49"/>
            </a:solidFill>
            <a:prstDash val="solid"/>
          </a:ln>
          <a:effectLst>
            <a:outerShdw sx="100000" sy="100000" kx="0" ky="0" algn="bl" rotWithShape="0" blurRad="31750" dist="20320" dir="2700000">
              <a:srgbClr val="000000">
                <a:alpha val="3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48056" y="1499616"/>
            <a:ext cx="11301984" cy="384048"/>
          </a:xfrm>
          <a:prstGeom prst="roundRect">
            <a:avLst>
              <a:gd name="adj" fmla="val 30952"/>
            </a:avLst>
          </a:prstGeom>
          <a:solidFill>
            <a:srgbClr val="0B0D11"/>
          </a:solidFill>
          <a:ln w="1270">
            <a:solidFill>
              <a:srgbClr val="0B0D11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645920"/>
            <a:ext cx="73152" cy="7315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" y="1645920"/>
            <a:ext cx="73152" cy="73152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" y="1645920"/>
            <a:ext cx="73152" cy="7315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60704" y="1586484"/>
            <a:ext cx="402336" cy="20116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27048" y="156819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Mirae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267712" y="1572768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Show · Studio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9701784" y="1563624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793224" y="1655064"/>
            <a:ext cx="128016" cy="12801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9966960" y="156362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10570464" y="1563624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1904" y="1655064"/>
            <a:ext cx="128016" cy="1280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835640" y="1563624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live</a:t>
            </a:r>
            <a:endParaRPr lang="en-US" sz="820" dirty="0"/>
          </a:p>
        </p:txBody>
      </p:sp>
      <p:sp>
        <p:nvSpPr>
          <p:cNvPr id="20" name="Shape 15"/>
          <p:cNvSpPr/>
          <p:nvPr/>
        </p:nvSpPr>
        <p:spPr>
          <a:xfrm>
            <a:off x="448056" y="1883664"/>
            <a:ext cx="2085106" cy="4306824"/>
          </a:xfrm>
          <a:prstGeom prst="roundRect">
            <a:avLst>
              <a:gd name="adj" fmla="val 439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85216" y="1956816"/>
            <a:ext cx="1637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SCENES</a:t>
            </a:r>
            <a:endParaRPr lang="en-US" sz="72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3706" y="2029968"/>
            <a:ext cx="91440" cy="91440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5216" y="2304288"/>
            <a:ext cx="118872" cy="11887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68096" y="222199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900" dirty="0"/>
          </a:p>
        </p:txBody>
      </p:sp>
      <p:sp>
        <p:nvSpPr>
          <p:cNvPr id="25" name="Shape 18"/>
          <p:cNvSpPr/>
          <p:nvPr/>
        </p:nvSpPr>
        <p:spPr>
          <a:xfrm>
            <a:off x="502920" y="2542032"/>
            <a:ext cx="196623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5216" y="2624328"/>
            <a:ext cx="118872" cy="118872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85216" y="2651760"/>
            <a:ext cx="73152" cy="7315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8" name="Text 20"/>
          <p:cNvSpPr/>
          <p:nvPr/>
        </p:nvSpPr>
        <p:spPr>
          <a:xfrm>
            <a:off x="768096" y="254203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show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5216" y="2944368"/>
            <a:ext cx="118872" cy="118872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768096" y="286207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BRB</a:t>
            </a:r>
            <a:endParaRPr lang="en-US" sz="900" dirty="0"/>
          </a:p>
        </p:txBody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85216" y="3264408"/>
            <a:ext cx="118872" cy="118872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768096" y="3182112"/>
            <a:ext cx="159133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Ending</a:t>
            </a:r>
            <a:endParaRPr lang="en-US" sz="900" dirty="0"/>
          </a:p>
        </p:txBody>
      </p:sp>
      <p:sp>
        <p:nvSpPr>
          <p:cNvPr id="33" name="Shape 23"/>
          <p:cNvSpPr/>
          <p:nvPr/>
        </p:nvSpPr>
        <p:spPr>
          <a:xfrm>
            <a:off x="512064" y="3584448"/>
            <a:ext cx="194794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34" name="Text 24"/>
          <p:cNvSpPr/>
          <p:nvPr/>
        </p:nvSpPr>
        <p:spPr>
          <a:xfrm>
            <a:off x="585216" y="3675888"/>
            <a:ext cx="163705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720" dirty="0"/>
          </a:p>
        </p:txBody>
      </p:sp>
      <p:pic>
        <p:nvPicPr>
          <p:cNvPr id="35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2313706" y="3749040"/>
            <a:ext cx="91440" cy="91440"/>
          </a:xfrm>
          <a:prstGeom prst="rect">
            <a:avLst/>
          </a:prstGeom>
        </p:spPr>
      </p:pic>
      <p:sp>
        <p:nvSpPr>
          <p:cNvPr id="36" name="Shape 25"/>
          <p:cNvSpPr/>
          <p:nvPr/>
        </p:nvSpPr>
        <p:spPr>
          <a:xfrm>
            <a:off x="502920" y="3941064"/>
            <a:ext cx="196623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37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585216" y="4023360"/>
            <a:ext cx="118872" cy="118872"/>
          </a:xfrm>
          <a:prstGeom prst="rect">
            <a:avLst/>
          </a:prstGeom>
        </p:spPr>
      </p:pic>
      <p:sp>
        <p:nvSpPr>
          <p:cNvPr id="38" name="Text 26"/>
          <p:cNvSpPr/>
          <p:nvPr/>
        </p:nvSpPr>
        <p:spPr>
          <a:xfrm>
            <a:off x="768096" y="3941064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900" dirty="0"/>
          </a:p>
        </p:txBody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2267986" y="4023360"/>
            <a:ext cx="109728" cy="109728"/>
          </a:xfrm>
          <a:prstGeom prst="rect">
            <a:avLst/>
          </a:prstGeom>
        </p:spPr>
      </p:pic>
      <p:pic>
        <p:nvPicPr>
          <p:cNvPr id="40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85216" y="4325112"/>
            <a:ext cx="118872" cy="118872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768096" y="4242816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900" dirty="0"/>
          </a:p>
        </p:txBody>
      </p:sp>
      <p:pic>
        <p:nvPicPr>
          <p:cNvPr id="42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267986" y="4325112"/>
            <a:ext cx="109728" cy="109728"/>
          </a:xfrm>
          <a:prstGeom prst="rect">
            <a:avLst/>
          </a:prstGeom>
        </p:spPr>
      </p:pic>
      <p:pic>
        <p:nvPicPr>
          <p:cNvPr id="4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585216" y="4626864"/>
            <a:ext cx="118872" cy="118872"/>
          </a:xfrm>
          <a:prstGeom prst="rect">
            <a:avLst/>
          </a:prstGeom>
        </p:spPr>
      </p:pic>
      <p:sp>
        <p:nvSpPr>
          <p:cNvPr id="44" name="Text 28"/>
          <p:cNvSpPr/>
          <p:nvPr/>
        </p:nvSpPr>
        <p:spPr>
          <a:xfrm>
            <a:off x="768096" y="4544568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third</a:t>
            </a:r>
            <a:endParaRPr lang="en-US" sz="900" dirty="0"/>
          </a:p>
        </p:txBody>
      </p:sp>
      <p:pic>
        <p:nvPicPr>
          <p:cNvPr id="4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2267986" y="4626864"/>
            <a:ext cx="109728" cy="109728"/>
          </a:xfrm>
          <a:prstGeom prst="rect">
            <a:avLst/>
          </a:prstGeom>
        </p:spPr>
      </p:pic>
      <p:pic>
        <p:nvPicPr>
          <p:cNvPr id="46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585216" y="4928616"/>
            <a:ext cx="118872" cy="118872"/>
          </a:xfrm>
          <a:prstGeom prst="rect">
            <a:avLst/>
          </a:prstGeom>
        </p:spPr>
      </p:pic>
      <p:sp>
        <p:nvSpPr>
          <p:cNvPr id="47" name="Text 29"/>
          <p:cNvSpPr/>
          <p:nvPr/>
        </p:nvSpPr>
        <p:spPr>
          <a:xfrm>
            <a:off x="768096" y="4846320"/>
            <a:ext cx="139016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Brand frame</a:t>
            </a:r>
            <a:endParaRPr lang="en-US" sz="900" dirty="0"/>
          </a:p>
        </p:txBody>
      </p:sp>
      <p:pic>
        <p:nvPicPr>
          <p:cNvPr id="48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2267986" y="4928616"/>
            <a:ext cx="109728" cy="109728"/>
          </a:xfrm>
          <a:prstGeom prst="rect">
            <a:avLst/>
          </a:prstGeom>
        </p:spPr>
      </p:pic>
      <p:sp>
        <p:nvSpPr>
          <p:cNvPr id="49" name="Shape 30"/>
          <p:cNvSpPr/>
          <p:nvPr/>
        </p:nvSpPr>
        <p:spPr>
          <a:xfrm>
            <a:off x="2533162" y="1883664"/>
            <a:ext cx="6565758" cy="2950312"/>
          </a:xfrm>
          <a:prstGeom prst="roundRect">
            <a:avLst>
              <a:gd name="adj" fmla="val 310"/>
            </a:avLst>
          </a:prstGeom>
          <a:solidFill>
            <a:srgbClr val="090B0F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50" name="Text 31"/>
          <p:cNvSpPr/>
          <p:nvPr/>
        </p:nvSpPr>
        <p:spPr>
          <a:xfrm>
            <a:off x="2697754" y="1956816"/>
            <a:ext cx="3008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700" dirty="0"/>
          </a:p>
        </p:txBody>
      </p:sp>
      <p:sp>
        <p:nvSpPr>
          <p:cNvPr id="51" name="Text 32"/>
          <p:cNvSpPr/>
          <p:nvPr/>
        </p:nvSpPr>
        <p:spPr>
          <a:xfrm>
            <a:off x="5925769" y="1956816"/>
            <a:ext cx="300855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700" dirty="0"/>
          </a:p>
        </p:txBody>
      </p:sp>
      <p:sp>
        <p:nvSpPr>
          <p:cNvPr id="52" name="Shape 33"/>
          <p:cNvSpPr/>
          <p:nvPr/>
        </p:nvSpPr>
        <p:spPr>
          <a:xfrm>
            <a:off x="2679466" y="2194560"/>
            <a:ext cx="3063423" cy="2237080"/>
          </a:xfrm>
          <a:prstGeom prst="roundRect">
            <a:avLst>
              <a:gd name="adj" fmla="val 2861"/>
            </a:avLst>
          </a:prstGeom>
          <a:solidFill>
            <a:srgbClr val="000000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53" name="Shape 34"/>
          <p:cNvSpPr/>
          <p:nvPr/>
        </p:nvSpPr>
        <p:spPr>
          <a:xfrm>
            <a:off x="5889193" y="2194560"/>
            <a:ext cx="3063423" cy="2237080"/>
          </a:xfrm>
          <a:prstGeom prst="roundRect">
            <a:avLst>
              <a:gd name="adj" fmla="val 2861"/>
            </a:avLst>
          </a:prstGeom>
          <a:solidFill>
            <a:srgbClr val="000000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54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688610" y="2203704"/>
            <a:ext cx="3045135" cy="2218792"/>
          </a:xfrm>
          <a:prstGeom prst="rect">
            <a:avLst/>
          </a:prstGeom>
        </p:spPr>
      </p:pic>
      <p:pic>
        <p:nvPicPr>
          <p:cNvPr id="55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5898337" y="2203704"/>
            <a:ext cx="3045135" cy="2218792"/>
          </a:xfrm>
          <a:prstGeom prst="rect">
            <a:avLst/>
          </a:prstGeom>
        </p:spPr>
      </p:pic>
      <p:sp>
        <p:nvSpPr>
          <p:cNvPr id="56" name="Shape 35"/>
          <p:cNvSpPr/>
          <p:nvPr/>
        </p:nvSpPr>
        <p:spPr>
          <a:xfrm>
            <a:off x="2944642" y="2889504"/>
            <a:ext cx="1005840" cy="1051560"/>
          </a:xfrm>
          <a:prstGeom prst="roundRect">
            <a:avLst>
              <a:gd name="adj" fmla="val 10909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57" name="Shape 36"/>
          <p:cNvSpPr/>
          <p:nvPr/>
        </p:nvSpPr>
        <p:spPr>
          <a:xfrm>
            <a:off x="3127522" y="3026664"/>
            <a:ext cx="640080" cy="77724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58" name="Shape 37"/>
          <p:cNvSpPr/>
          <p:nvPr/>
        </p:nvSpPr>
        <p:spPr>
          <a:xfrm>
            <a:off x="3266511" y="3026207"/>
            <a:ext cx="362102" cy="362102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59" name="Shape 38"/>
          <p:cNvSpPr/>
          <p:nvPr/>
        </p:nvSpPr>
        <p:spPr>
          <a:xfrm rot="10800000">
            <a:off x="3216219" y="2952598"/>
            <a:ext cx="462686" cy="422453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60" name="Shape 39"/>
          <p:cNvSpPr/>
          <p:nvPr/>
        </p:nvSpPr>
        <p:spPr>
          <a:xfrm>
            <a:off x="3095518" y="3436315"/>
            <a:ext cx="704088" cy="368046"/>
          </a:xfrm>
          <a:prstGeom prst="roundRect">
            <a:avLst>
              <a:gd name="adj" fmla="val 29814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61" name="Shape 40"/>
          <p:cNvSpPr/>
          <p:nvPr/>
        </p:nvSpPr>
        <p:spPr>
          <a:xfrm>
            <a:off x="3731026" y="2999232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62" name="Shape 41"/>
          <p:cNvSpPr/>
          <p:nvPr/>
        </p:nvSpPr>
        <p:spPr>
          <a:xfrm>
            <a:off x="7681600" y="2569464"/>
            <a:ext cx="960120" cy="1005840"/>
          </a:xfrm>
          <a:prstGeom prst="roundRect">
            <a:avLst>
              <a:gd name="adj" fmla="val 11429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63" name="Shape 42"/>
          <p:cNvSpPr/>
          <p:nvPr/>
        </p:nvSpPr>
        <p:spPr>
          <a:xfrm>
            <a:off x="7864480" y="2706624"/>
            <a:ext cx="594360" cy="73152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64" name="Shape 43"/>
          <p:cNvSpPr/>
          <p:nvPr/>
        </p:nvSpPr>
        <p:spPr>
          <a:xfrm>
            <a:off x="7988838" y="2700223"/>
            <a:ext cx="345643" cy="345643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65" name="Shape 44"/>
          <p:cNvSpPr/>
          <p:nvPr/>
        </p:nvSpPr>
        <p:spPr>
          <a:xfrm rot="10800000">
            <a:off x="7940832" y="2629814"/>
            <a:ext cx="441655" cy="403250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66" name="Shape 45"/>
          <p:cNvSpPr/>
          <p:nvPr/>
        </p:nvSpPr>
        <p:spPr>
          <a:xfrm>
            <a:off x="7825618" y="3092501"/>
            <a:ext cx="672084" cy="352044"/>
          </a:xfrm>
          <a:prstGeom prst="roundRect">
            <a:avLst>
              <a:gd name="adj" fmla="val 31169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67" name="Shape 46"/>
          <p:cNvSpPr/>
          <p:nvPr/>
        </p:nvSpPr>
        <p:spPr>
          <a:xfrm>
            <a:off x="8422264" y="2679192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68" name="Shape 47"/>
          <p:cNvSpPr/>
          <p:nvPr/>
        </p:nvSpPr>
        <p:spPr>
          <a:xfrm>
            <a:off x="6017209" y="2313432"/>
            <a:ext cx="914400" cy="228600"/>
          </a:xfrm>
          <a:prstGeom prst="roundRect">
            <a:avLst>
              <a:gd name="adj" fmla="val 32000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pic>
        <p:nvPicPr>
          <p:cNvPr id="69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6090361" y="2372868"/>
            <a:ext cx="109728" cy="109728"/>
          </a:xfrm>
          <a:prstGeom prst="rect">
            <a:avLst/>
          </a:prstGeom>
        </p:spPr>
      </p:pic>
      <p:sp>
        <p:nvSpPr>
          <p:cNvPr id="70" name="Text 48"/>
          <p:cNvSpPr/>
          <p:nvPr/>
        </p:nvSpPr>
        <p:spPr>
          <a:xfrm>
            <a:off x="6245809" y="2327148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00:12:48</a:t>
            </a:r>
            <a:endParaRPr lang="en-US" sz="740" dirty="0"/>
          </a:p>
        </p:txBody>
      </p:sp>
      <p:sp>
        <p:nvSpPr>
          <p:cNvPr id="71" name="Shape 49"/>
          <p:cNvSpPr/>
          <p:nvPr/>
        </p:nvSpPr>
        <p:spPr>
          <a:xfrm>
            <a:off x="5395417" y="4504792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1B2029"/>
          </a:solidFill>
          <a:ln w="8890">
            <a:solidFill>
              <a:srgbClr val="353D49"/>
            </a:solidFill>
            <a:prstDash val="solid"/>
          </a:ln>
        </p:spPr>
      </p:sp>
      <p:sp>
        <p:nvSpPr>
          <p:cNvPr id="72" name="Text 50"/>
          <p:cNvSpPr/>
          <p:nvPr/>
        </p:nvSpPr>
        <p:spPr>
          <a:xfrm>
            <a:off x="5468569" y="4504792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</a:t>
            </a:r>
            <a:endParaRPr lang="en-US" sz="780" dirty="0"/>
          </a:p>
        </p:txBody>
      </p:sp>
      <p:sp>
        <p:nvSpPr>
          <p:cNvPr id="73" name="Shape 51"/>
          <p:cNvSpPr/>
          <p:nvPr/>
        </p:nvSpPr>
        <p:spPr>
          <a:xfrm>
            <a:off x="5944057" y="4504792"/>
            <a:ext cx="585216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74" name="Text 52"/>
          <p:cNvSpPr/>
          <p:nvPr/>
        </p:nvSpPr>
        <p:spPr>
          <a:xfrm>
            <a:off x="6017209" y="450479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780" dirty="0"/>
          </a:p>
        </p:txBody>
      </p:sp>
      <p:sp>
        <p:nvSpPr>
          <p:cNvPr id="75" name="Shape 53"/>
          <p:cNvSpPr/>
          <p:nvPr/>
        </p:nvSpPr>
        <p:spPr>
          <a:xfrm>
            <a:off x="9098920" y="1883664"/>
            <a:ext cx="2651120" cy="4306824"/>
          </a:xfrm>
          <a:prstGeom prst="roundRect">
            <a:avLst>
              <a:gd name="adj" fmla="val 345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76" name="Text 54"/>
          <p:cNvSpPr/>
          <p:nvPr/>
        </p:nvSpPr>
        <p:spPr>
          <a:xfrm>
            <a:off x="9263512" y="1956816"/>
            <a:ext cx="2166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720" dirty="0"/>
          </a:p>
        </p:txBody>
      </p:sp>
      <p:pic>
        <p:nvPicPr>
          <p:cNvPr id="77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521440" y="2029968"/>
            <a:ext cx="91440" cy="91440"/>
          </a:xfrm>
          <a:prstGeom prst="rect">
            <a:avLst/>
          </a:prstGeom>
        </p:spPr>
      </p:pic>
      <p:sp>
        <p:nvSpPr>
          <p:cNvPr id="78" name="Shape 55"/>
          <p:cNvSpPr/>
          <p:nvPr/>
        </p:nvSpPr>
        <p:spPr>
          <a:xfrm>
            <a:off x="9208648" y="2212848"/>
            <a:ext cx="685800" cy="228600"/>
          </a:xfrm>
          <a:prstGeom prst="roundRect">
            <a:avLst>
              <a:gd name="adj" fmla="val 32000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79" name="Text 56"/>
          <p:cNvSpPr/>
          <p:nvPr/>
        </p:nvSpPr>
        <p:spPr>
          <a:xfrm>
            <a:off x="9281800" y="2226564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720" dirty="0"/>
          </a:p>
        </p:txBody>
      </p:sp>
      <p:sp>
        <p:nvSpPr>
          <p:cNvPr id="80" name="Text 57"/>
          <p:cNvSpPr/>
          <p:nvPr/>
        </p:nvSpPr>
        <p:spPr>
          <a:xfrm>
            <a:off x="9208648" y="2560320"/>
            <a:ext cx="2440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Destinations</a:t>
            </a:r>
            <a:endParaRPr lang="en-US" sz="880" dirty="0"/>
          </a:p>
        </p:txBody>
      </p:sp>
      <p:sp>
        <p:nvSpPr>
          <p:cNvPr id="81" name="Shape 58"/>
          <p:cNvSpPr/>
          <p:nvPr/>
        </p:nvSpPr>
        <p:spPr>
          <a:xfrm>
            <a:off x="9272656" y="2926080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82" name="Text 59"/>
          <p:cNvSpPr/>
          <p:nvPr/>
        </p:nvSpPr>
        <p:spPr>
          <a:xfrm>
            <a:off x="9455536" y="2816352"/>
            <a:ext cx="1901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Twitch</a:t>
            </a:r>
            <a:endParaRPr lang="en-US" sz="900" dirty="0"/>
          </a:p>
        </p:txBody>
      </p:sp>
      <p:pic>
        <p:nvPicPr>
          <p:cNvPr id="83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11466576" y="2898648"/>
            <a:ext cx="109728" cy="109728"/>
          </a:xfrm>
          <a:prstGeom prst="rect">
            <a:avLst/>
          </a:prstGeom>
        </p:spPr>
      </p:pic>
      <p:sp>
        <p:nvSpPr>
          <p:cNvPr id="84" name="Shape 60"/>
          <p:cNvSpPr/>
          <p:nvPr/>
        </p:nvSpPr>
        <p:spPr>
          <a:xfrm>
            <a:off x="9272656" y="3246120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85" name="Text 61"/>
          <p:cNvSpPr/>
          <p:nvPr/>
        </p:nvSpPr>
        <p:spPr>
          <a:xfrm>
            <a:off x="9455536" y="3136392"/>
            <a:ext cx="1901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900" dirty="0"/>
          </a:p>
        </p:txBody>
      </p:sp>
      <p:pic>
        <p:nvPicPr>
          <p:cNvPr id="86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1466576" y="3218688"/>
            <a:ext cx="109728" cy="109728"/>
          </a:xfrm>
          <a:prstGeom prst="rect">
            <a:avLst/>
          </a:prstGeom>
        </p:spPr>
      </p:pic>
      <p:sp>
        <p:nvSpPr>
          <p:cNvPr id="87" name="Shape 62"/>
          <p:cNvSpPr/>
          <p:nvPr/>
        </p:nvSpPr>
        <p:spPr>
          <a:xfrm>
            <a:off x="9272656" y="3566160"/>
            <a:ext cx="73152" cy="7315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88" name="Text 63"/>
          <p:cNvSpPr/>
          <p:nvPr/>
        </p:nvSpPr>
        <p:spPr>
          <a:xfrm>
            <a:off x="9455536" y="3456432"/>
            <a:ext cx="1901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recording</a:t>
            </a:r>
            <a:endParaRPr lang="en-US" sz="900" dirty="0"/>
          </a:p>
        </p:txBody>
      </p:sp>
      <p:pic>
        <p:nvPicPr>
          <p:cNvPr id="89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1466576" y="3538728"/>
            <a:ext cx="109728" cy="109728"/>
          </a:xfrm>
          <a:prstGeom prst="rect">
            <a:avLst/>
          </a:prstGeom>
        </p:spPr>
      </p:pic>
      <p:sp>
        <p:nvSpPr>
          <p:cNvPr id="90" name="Shape 64"/>
          <p:cNvSpPr/>
          <p:nvPr/>
        </p:nvSpPr>
        <p:spPr>
          <a:xfrm>
            <a:off x="9190360" y="3831336"/>
            <a:ext cx="2477384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91" name="Text 65"/>
          <p:cNvSpPr/>
          <p:nvPr/>
        </p:nvSpPr>
        <p:spPr>
          <a:xfrm>
            <a:off x="9208648" y="3968496"/>
            <a:ext cx="2440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880" dirty="0"/>
          </a:p>
        </p:txBody>
      </p:sp>
      <p:sp>
        <p:nvSpPr>
          <p:cNvPr id="92" name="Text 66"/>
          <p:cNvSpPr/>
          <p:nvPr/>
        </p:nvSpPr>
        <p:spPr>
          <a:xfrm>
            <a:off x="9208648" y="42702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800" dirty="0"/>
          </a:p>
        </p:txBody>
      </p:sp>
      <p:sp>
        <p:nvSpPr>
          <p:cNvPr id="93" name="Shape 67"/>
          <p:cNvSpPr/>
          <p:nvPr/>
        </p:nvSpPr>
        <p:spPr>
          <a:xfrm>
            <a:off x="9894448" y="4270248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4" name="Text 68"/>
          <p:cNvSpPr/>
          <p:nvPr/>
        </p:nvSpPr>
        <p:spPr>
          <a:xfrm>
            <a:off x="9976744" y="4270248"/>
            <a:ext cx="1617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8.4 Mbps</a:t>
            </a:r>
            <a:endParaRPr lang="en-US" sz="800" dirty="0"/>
          </a:p>
        </p:txBody>
      </p:sp>
      <p:sp>
        <p:nvSpPr>
          <p:cNvPr id="95" name="Text 69"/>
          <p:cNvSpPr/>
          <p:nvPr/>
        </p:nvSpPr>
        <p:spPr>
          <a:xfrm>
            <a:off x="9208648" y="459028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Dropped</a:t>
            </a:r>
            <a:endParaRPr lang="en-US" sz="800" dirty="0"/>
          </a:p>
        </p:txBody>
      </p:sp>
      <p:sp>
        <p:nvSpPr>
          <p:cNvPr id="96" name="Shape 70"/>
          <p:cNvSpPr/>
          <p:nvPr/>
        </p:nvSpPr>
        <p:spPr>
          <a:xfrm>
            <a:off x="9894448" y="4590288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7" name="Text 71"/>
          <p:cNvSpPr/>
          <p:nvPr/>
        </p:nvSpPr>
        <p:spPr>
          <a:xfrm>
            <a:off x="9976744" y="4590288"/>
            <a:ext cx="1617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0.03 %</a:t>
            </a:r>
            <a:endParaRPr lang="en-US" sz="800" dirty="0"/>
          </a:p>
        </p:txBody>
      </p:sp>
      <p:sp>
        <p:nvSpPr>
          <p:cNvPr id="98" name="Text 72"/>
          <p:cNvSpPr/>
          <p:nvPr/>
        </p:nvSpPr>
        <p:spPr>
          <a:xfrm>
            <a:off x="9208648" y="49103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800" dirty="0"/>
          </a:p>
        </p:txBody>
      </p:sp>
      <p:sp>
        <p:nvSpPr>
          <p:cNvPr id="99" name="Shape 73"/>
          <p:cNvSpPr/>
          <p:nvPr/>
        </p:nvSpPr>
        <p:spPr>
          <a:xfrm>
            <a:off x="9894448" y="4910328"/>
            <a:ext cx="17550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0" name="Text 74"/>
          <p:cNvSpPr/>
          <p:nvPr/>
        </p:nvSpPr>
        <p:spPr>
          <a:xfrm>
            <a:off x="9976744" y="4910328"/>
            <a:ext cx="1617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1.7 s</a:t>
            </a:r>
            <a:endParaRPr lang="en-US" sz="800" dirty="0"/>
          </a:p>
        </p:txBody>
      </p:sp>
      <p:sp>
        <p:nvSpPr>
          <p:cNvPr id="101" name="Shape 75"/>
          <p:cNvSpPr/>
          <p:nvPr/>
        </p:nvSpPr>
        <p:spPr>
          <a:xfrm>
            <a:off x="2533162" y="4833976"/>
            <a:ext cx="6565758" cy="1356512"/>
          </a:xfrm>
          <a:prstGeom prst="roundRect">
            <a:avLst>
              <a:gd name="adj" fmla="val 674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2" name="Text 76"/>
          <p:cNvSpPr/>
          <p:nvPr/>
        </p:nvSpPr>
        <p:spPr>
          <a:xfrm>
            <a:off x="2688610" y="4879696"/>
            <a:ext cx="6090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720" dirty="0"/>
          </a:p>
        </p:txBody>
      </p:sp>
      <p:pic>
        <p:nvPicPr>
          <p:cNvPr id="103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8870320" y="4952848"/>
            <a:ext cx="91440" cy="91440"/>
          </a:xfrm>
          <a:prstGeom prst="rect">
            <a:avLst/>
          </a:prstGeom>
        </p:spPr>
      </p:pic>
      <p:sp>
        <p:nvSpPr>
          <p:cNvPr id="104" name="Shape 77"/>
          <p:cNvSpPr/>
          <p:nvPr/>
        </p:nvSpPr>
        <p:spPr>
          <a:xfrm>
            <a:off x="2597170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05" name="Text 78"/>
          <p:cNvSpPr/>
          <p:nvPr/>
        </p:nvSpPr>
        <p:spPr>
          <a:xfrm>
            <a:off x="2661178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endParaRPr lang="en-US" sz="680" dirty="0"/>
          </a:p>
        </p:txBody>
      </p:sp>
      <p:sp>
        <p:nvSpPr>
          <p:cNvPr id="106" name="Text 79"/>
          <p:cNvSpPr/>
          <p:nvPr/>
        </p:nvSpPr>
        <p:spPr>
          <a:xfrm>
            <a:off x="2642890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MOTU M2</a:t>
            </a:r>
            <a:endParaRPr lang="en-US" sz="530" dirty="0"/>
          </a:p>
        </p:txBody>
      </p:sp>
      <p:sp>
        <p:nvSpPr>
          <p:cNvPr id="107" name="Shape 80"/>
          <p:cNvSpPr/>
          <p:nvPr/>
        </p:nvSpPr>
        <p:spPr>
          <a:xfrm>
            <a:off x="2679466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08" name="Shape 81"/>
          <p:cNvSpPr/>
          <p:nvPr/>
        </p:nvSpPr>
        <p:spPr>
          <a:xfrm>
            <a:off x="2706898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09" name="Shape 82"/>
          <p:cNvSpPr/>
          <p:nvPr/>
        </p:nvSpPr>
        <p:spPr>
          <a:xfrm>
            <a:off x="2706898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0" name="Shape 83"/>
          <p:cNvSpPr/>
          <p:nvPr/>
        </p:nvSpPr>
        <p:spPr>
          <a:xfrm>
            <a:off x="2706898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1" name="Shape 84"/>
          <p:cNvSpPr/>
          <p:nvPr/>
        </p:nvSpPr>
        <p:spPr>
          <a:xfrm>
            <a:off x="2706898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2" name="Shape 85"/>
          <p:cNvSpPr/>
          <p:nvPr/>
        </p:nvSpPr>
        <p:spPr>
          <a:xfrm>
            <a:off x="2706898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3" name="Shape 86"/>
          <p:cNvSpPr/>
          <p:nvPr/>
        </p:nvSpPr>
        <p:spPr>
          <a:xfrm>
            <a:off x="2706898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4" name="Shape 87"/>
          <p:cNvSpPr/>
          <p:nvPr/>
        </p:nvSpPr>
        <p:spPr>
          <a:xfrm>
            <a:off x="2706898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5" name="Shape 88"/>
          <p:cNvSpPr/>
          <p:nvPr/>
        </p:nvSpPr>
        <p:spPr>
          <a:xfrm>
            <a:off x="2706898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6" name="Shape 89"/>
          <p:cNvSpPr/>
          <p:nvPr/>
        </p:nvSpPr>
        <p:spPr>
          <a:xfrm>
            <a:off x="2706898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7" name="Shape 90"/>
          <p:cNvSpPr/>
          <p:nvPr/>
        </p:nvSpPr>
        <p:spPr>
          <a:xfrm>
            <a:off x="2706898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8" name="Shape 91"/>
          <p:cNvSpPr/>
          <p:nvPr/>
        </p:nvSpPr>
        <p:spPr>
          <a:xfrm>
            <a:off x="2706898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9" name="Shape 92"/>
          <p:cNvSpPr/>
          <p:nvPr/>
        </p:nvSpPr>
        <p:spPr>
          <a:xfrm>
            <a:off x="2706898" y="559033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0" name="Shape 93"/>
          <p:cNvSpPr/>
          <p:nvPr/>
        </p:nvSpPr>
        <p:spPr>
          <a:xfrm>
            <a:off x="2706898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1" name="Shape 94"/>
          <p:cNvSpPr/>
          <p:nvPr/>
        </p:nvSpPr>
        <p:spPr>
          <a:xfrm>
            <a:off x="2706898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2" name="Shape 95"/>
          <p:cNvSpPr/>
          <p:nvPr/>
        </p:nvSpPr>
        <p:spPr>
          <a:xfrm>
            <a:off x="2706898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3" name="Shape 96"/>
          <p:cNvSpPr/>
          <p:nvPr/>
        </p:nvSpPr>
        <p:spPr>
          <a:xfrm>
            <a:off x="2706898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4" name="Shape 97"/>
          <p:cNvSpPr/>
          <p:nvPr/>
        </p:nvSpPr>
        <p:spPr>
          <a:xfrm>
            <a:off x="2706898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5" name="Shape 98"/>
          <p:cNvSpPr/>
          <p:nvPr/>
        </p:nvSpPr>
        <p:spPr>
          <a:xfrm>
            <a:off x="2706898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6" name="Shape 99"/>
          <p:cNvSpPr/>
          <p:nvPr/>
        </p:nvSpPr>
        <p:spPr>
          <a:xfrm>
            <a:off x="2697754" y="550409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27" name="Shape 100"/>
          <p:cNvSpPr/>
          <p:nvPr/>
        </p:nvSpPr>
        <p:spPr>
          <a:xfrm>
            <a:off x="2798338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28" name="Shape 101"/>
          <p:cNvSpPr/>
          <p:nvPr/>
        </p:nvSpPr>
        <p:spPr>
          <a:xfrm>
            <a:off x="2825770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9" name="Shape 102"/>
          <p:cNvSpPr/>
          <p:nvPr/>
        </p:nvSpPr>
        <p:spPr>
          <a:xfrm>
            <a:off x="2825770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0" name="Shape 103"/>
          <p:cNvSpPr/>
          <p:nvPr/>
        </p:nvSpPr>
        <p:spPr>
          <a:xfrm>
            <a:off x="2825770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1" name="Shape 104"/>
          <p:cNvSpPr/>
          <p:nvPr/>
        </p:nvSpPr>
        <p:spPr>
          <a:xfrm>
            <a:off x="2825770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2" name="Shape 105"/>
          <p:cNvSpPr/>
          <p:nvPr/>
        </p:nvSpPr>
        <p:spPr>
          <a:xfrm>
            <a:off x="2825770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3" name="Shape 106"/>
          <p:cNvSpPr/>
          <p:nvPr/>
        </p:nvSpPr>
        <p:spPr>
          <a:xfrm>
            <a:off x="2825770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4" name="Shape 107"/>
          <p:cNvSpPr/>
          <p:nvPr/>
        </p:nvSpPr>
        <p:spPr>
          <a:xfrm>
            <a:off x="2825770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5" name="Shape 108"/>
          <p:cNvSpPr/>
          <p:nvPr/>
        </p:nvSpPr>
        <p:spPr>
          <a:xfrm>
            <a:off x="2825770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6" name="Shape 109"/>
          <p:cNvSpPr/>
          <p:nvPr/>
        </p:nvSpPr>
        <p:spPr>
          <a:xfrm>
            <a:off x="2825770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7" name="Shape 110"/>
          <p:cNvSpPr/>
          <p:nvPr/>
        </p:nvSpPr>
        <p:spPr>
          <a:xfrm>
            <a:off x="2825770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8" name="Shape 111"/>
          <p:cNvSpPr/>
          <p:nvPr/>
        </p:nvSpPr>
        <p:spPr>
          <a:xfrm>
            <a:off x="2825770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9" name="Shape 112"/>
          <p:cNvSpPr/>
          <p:nvPr/>
        </p:nvSpPr>
        <p:spPr>
          <a:xfrm>
            <a:off x="2825770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0" name="Shape 113"/>
          <p:cNvSpPr/>
          <p:nvPr/>
        </p:nvSpPr>
        <p:spPr>
          <a:xfrm>
            <a:off x="2825770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1" name="Shape 114"/>
          <p:cNvSpPr/>
          <p:nvPr/>
        </p:nvSpPr>
        <p:spPr>
          <a:xfrm>
            <a:off x="2825770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2" name="Shape 115"/>
          <p:cNvSpPr/>
          <p:nvPr/>
        </p:nvSpPr>
        <p:spPr>
          <a:xfrm>
            <a:off x="2825770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3" name="Shape 116"/>
          <p:cNvSpPr/>
          <p:nvPr/>
        </p:nvSpPr>
        <p:spPr>
          <a:xfrm>
            <a:off x="2825770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4" name="Shape 117"/>
          <p:cNvSpPr/>
          <p:nvPr/>
        </p:nvSpPr>
        <p:spPr>
          <a:xfrm>
            <a:off x="2825770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5" name="Shape 118"/>
          <p:cNvSpPr/>
          <p:nvPr/>
        </p:nvSpPr>
        <p:spPr>
          <a:xfrm>
            <a:off x="2825770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6" name="Shape 119"/>
          <p:cNvSpPr/>
          <p:nvPr/>
        </p:nvSpPr>
        <p:spPr>
          <a:xfrm>
            <a:off x="2816626" y="5526204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7" name="Shape 120"/>
          <p:cNvSpPr/>
          <p:nvPr/>
        </p:nvSpPr>
        <p:spPr>
          <a:xfrm>
            <a:off x="2990362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148" name="Shape 121"/>
          <p:cNvSpPr/>
          <p:nvPr/>
        </p:nvSpPr>
        <p:spPr>
          <a:xfrm>
            <a:off x="2935498" y="5592196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49" name="Shape 122"/>
          <p:cNvSpPr/>
          <p:nvPr/>
        </p:nvSpPr>
        <p:spPr>
          <a:xfrm>
            <a:off x="3831702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0" name="Text 123"/>
          <p:cNvSpPr/>
          <p:nvPr/>
        </p:nvSpPr>
        <p:spPr>
          <a:xfrm>
            <a:off x="3904854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151" name="Shape 124"/>
          <p:cNvSpPr/>
          <p:nvPr/>
        </p:nvSpPr>
        <p:spPr>
          <a:xfrm>
            <a:off x="3996294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2" name="Text 125"/>
          <p:cNvSpPr/>
          <p:nvPr/>
        </p:nvSpPr>
        <p:spPr>
          <a:xfrm>
            <a:off x="4069446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153" name="Shape 126"/>
          <p:cNvSpPr/>
          <p:nvPr/>
        </p:nvSpPr>
        <p:spPr>
          <a:xfrm>
            <a:off x="3831702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4F65E8"/>
          </a:solidFill>
          <a:ln w="635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54" name="Text 127"/>
          <p:cNvSpPr/>
          <p:nvPr/>
        </p:nvSpPr>
        <p:spPr>
          <a:xfrm>
            <a:off x="3904854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155" name="Text 128"/>
          <p:cNvSpPr/>
          <p:nvPr/>
        </p:nvSpPr>
        <p:spPr>
          <a:xfrm>
            <a:off x="2652034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+ VOD</a:t>
            </a:r>
            <a:endParaRPr lang="en-US" sz="540" dirty="0"/>
          </a:p>
        </p:txBody>
      </p:sp>
      <p:sp>
        <p:nvSpPr>
          <p:cNvPr id="156" name="Shape 129"/>
          <p:cNvSpPr/>
          <p:nvPr/>
        </p:nvSpPr>
        <p:spPr>
          <a:xfrm>
            <a:off x="4206606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57" name="Text 130"/>
          <p:cNvSpPr/>
          <p:nvPr/>
        </p:nvSpPr>
        <p:spPr>
          <a:xfrm>
            <a:off x="4270614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80" dirty="0"/>
          </a:p>
        </p:txBody>
      </p:sp>
      <p:sp>
        <p:nvSpPr>
          <p:cNvPr id="158" name="Text 131"/>
          <p:cNvSpPr/>
          <p:nvPr/>
        </p:nvSpPr>
        <p:spPr>
          <a:xfrm>
            <a:off x="4252326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Audio</a:t>
            </a:r>
            <a:endParaRPr lang="en-US" sz="530" dirty="0"/>
          </a:p>
        </p:txBody>
      </p:sp>
      <p:sp>
        <p:nvSpPr>
          <p:cNvPr id="159" name="Shape 132"/>
          <p:cNvSpPr/>
          <p:nvPr/>
        </p:nvSpPr>
        <p:spPr>
          <a:xfrm>
            <a:off x="4288902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60" name="Shape 133"/>
          <p:cNvSpPr/>
          <p:nvPr/>
        </p:nvSpPr>
        <p:spPr>
          <a:xfrm>
            <a:off x="4316334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1" name="Shape 134"/>
          <p:cNvSpPr/>
          <p:nvPr/>
        </p:nvSpPr>
        <p:spPr>
          <a:xfrm>
            <a:off x="4316334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2" name="Shape 135"/>
          <p:cNvSpPr/>
          <p:nvPr/>
        </p:nvSpPr>
        <p:spPr>
          <a:xfrm>
            <a:off x="4316334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3" name="Shape 136"/>
          <p:cNvSpPr/>
          <p:nvPr/>
        </p:nvSpPr>
        <p:spPr>
          <a:xfrm>
            <a:off x="4316334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4" name="Shape 137"/>
          <p:cNvSpPr/>
          <p:nvPr/>
        </p:nvSpPr>
        <p:spPr>
          <a:xfrm>
            <a:off x="4316334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5" name="Shape 138"/>
          <p:cNvSpPr/>
          <p:nvPr/>
        </p:nvSpPr>
        <p:spPr>
          <a:xfrm>
            <a:off x="4316334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6" name="Shape 139"/>
          <p:cNvSpPr/>
          <p:nvPr/>
        </p:nvSpPr>
        <p:spPr>
          <a:xfrm>
            <a:off x="4316334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7" name="Shape 140"/>
          <p:cNvSpPr/>
          <p:nvPr/>
        </p:nvSpPr>
        <p:spPr>
          <a:xfrm>
            <a:off x="4316334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8" name="Shape 141"/>
          <p:cNvSpPr/>
          <p:nvPr/>
        </p:nvSpPr>
        <p:spPr>
          <a:xfrm>
            <a:off x="4316334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9" name="Shape 142"/>
          <p:cNvSpPr/>
          <p:nvPr/>
        </p:nvSpPr>
        <p:spPr>
          <a:xfrm>
            <a:off x="4316334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0" name="Shape 143"/>
          <p:cNvSpPr/>
          <p:nvPr/>
        </p:nvSpPr>
        <p:spPr>
          <a:xfrm>
            <a:off x="4316334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1" name="Shape 144"/>
          <p:cNvSpPr/>
          <p:nvPr/>
        </p:nvSpPr>
        <p:spPr>
          <a:xfrm>
            <a:off x="4316334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2" name="Shape 145"/>
          <p:cNvSpPr/>
          <p:nvPr/>
        </p:nvSpPr>
        <p:spPr>
          <a:xfrm>
            <a:off x="4316334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3" name="Shape 146"/>
          <p:cNvSpPr/>
          <p:nvPr/>
        </p:nvSpPr>
        <p:spPr>
          <a:xfrm>
            <a:off x="4316334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4" name="Shape 147"/>
          <p:cNvSpPr/>
          <p:nvPr/>
        </p:nvSpPr>
        <p:spPr>
          <a:xfrm>
            <a:off x="4316334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5" name="Shape 148"/>
          <p:cNvSpPr/>
          <p:nvPr/>
        </p:nvSpPr>
        <p:spPr>
          <a:xfrm>
            <a:off x="4316334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6" name="Shape 149"/>
          <p:cNvSpPr/>
          <p:nvPr/>
        </p:nvSpPr>
        <p:spPr>
          <a:xfrm>
            <a:off x="4316334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7" name="Shape 150"/>
          <p:cNvSpPr/>
          <p:nvPr/>
        </p:nvSpPr>
        <p:spPr>
          <a:xfrm>
            <a:off x="4316334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8" name="Shape 151"/>
          <p:cNvSpPr/>
          <p:nvPr/>
        </p:nvSpPr>
        <p:spPr>
          <a:xfrm>
            <a:off x="4307190" y="557483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79" name="Shape 152"/>
          <p:cNvSpPr/>
          <p:nvPr/>
        </p:nvSpPr>
        <p:spPr>
          <a:xfrm>
            <a:off x="4407774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80" name="Shape 153"/>
          <p:cNvSpPr/>
          <p:nvPr/>
        </p:nvSpPr>
        <p:spPr>
          <a:xfrm>
            <a:off x="4435206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1" name="Shape 154"/>
          <p:cNvSpPr/>
          <p:nvPr/>
        </p:nvSpPr>
        <p:spPr>
          <a:xfrm>
            <a:off x="4435206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2" name="Shape 155"/>
          <p:cNvSpPr/>
          <p:nvPr/>
        </p:nvSpPr>
        <p:spPr>
          <a:xfrm>
            <a:off x="4435206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3" name="Shape 156"/>
          <p:cNvSpPr/>
          <p:nvPr/>
        </p:nvSpPr>
        <p:spPr>
          <a:xfrm>
            <a:off x="4435206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4" name="Shape 157"/>
          <p:cNvSpPr/>
          <p:nvPr/>
        </p:nvSpPr>
        <p:spPr>
          <a:xfrm>
            <a:off x="4435206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5" name="Shape 158"/>
          <p:cNvSpPr/>
          <p:nvPr/>
        </p:nvSpPr>
        <p:spPr>
          <a:xfrm>
            <a:off x="4435206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6" name="Shape 159"/>
          <p:cNvSpPr/>
          <p:nvPr/>
        </p:nvSpPr>
        <p:spPr>
          <a:xfrm>
            <a:off x="4435206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7" name="Shape 160"/>
          <p:cNvSpPr/>
          <p:nvPr/>
        </p:nvSpPr>
        <p:spPr>
          <a:xfrm>
            <a:off x="4435206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8" name="Shape 161"/>
          <p:cNvSpPr/>
          <p:nvPr/>
        </p:nvSpPr>
        <p:spPr>
          <a:xfrm>
            <a:off x="4435206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9" name="Shape 162"/>
          <p:cNvSpPr/>
          <p:nvPr/>
        </p:nvSpPr>
        <p:spPr>
          <a:xfrm>
            <a:off x="4435206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0" name="Shape 163"/>
          <p:cNvSpPr/>
          <p:nvPr/>
        </p:nvSpPr>
        <p:spPr>
          <a:xfrm>
            <a:off x="4435206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1" name="Shape 164"/>
          <p:cNvSpPr/>
          <p:nvPr/>
        </p:nvSpPr>
        <p:spPr>
          <a:xfrm>
            <a:off x="4435206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2" name="Shape 165"/>
          <p:cNvSpPr/>
          <p:nvPr/>
        </p:nvSpPr>
        <p:spPr>
          <a:xfrm>
            <a:off x="4435206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3" name="Shape 166"/>
          <p:cNvSpPr/>
          <p:nvPr/>
        </p:nvSpPr>
        <p:spPr>
          <a:xfrm>
            <a:off x="4435206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4" name="Shape 167"/>
          <p:cNvSpPr/>
          <p:nvPr/>
        </p:nvSpPr>
        <p:spPr>
          <a:xfrm>
            <a:off x="4435206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5" name="Shape 168"/>
          <p:cNvSpPr/>
          <p:nvPr/>
        </p:nvSpPr>
        <p:spPr>
          <a:xfrm>
            <a:off x="4435206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6" name="Shape 169"/>
          <p:cNvSpPr/>
          <p:nvPr/>
        </p:nvSpPr>
        <p:spPr>
          <a:xfrm>
            <a:off x="4435206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7" name="Shape 170"/>
          <p:cNvSpPr/>
          <p:nvPr/>
        </p:nvSpPr>
        <p:spPr>
          <a:xfrm>
            <a:off x="4435206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8" name="Shape 171"/>
          <p:cNvSpPr/>
          <p:nvPr/>
        </p:nvSpPr>
        <p:spPr>
          <a:xfrm>
            <a:off x="4426062" y="5596942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9" name="Shape 172"/>
          <p:cNvSpPr/>
          <p:nvPr/>
        </p:nvSpPr>
        <p:spPr>
          <a:xfrm>
            <a:off x="4599798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00" name="Shape 173"/>
          <p:cNvSpPr/>
          <p:nvPr/>
        </p:nvSpPr>
        <p:spPr>
          <a:xfrm>
            <a:off x="4544934" y="5612679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1" name="Shape 174"/>
          <p:cNvSpPr/>
          <p:nvPr/>
        </p:nvSpPr>
        <p:spPr>
          <a:xfrm>
            <a:off x="5441137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2" name="Text 175"/>
          <p:cNvSpPr/>
          <p:nvPr/>
        </p:nvSpPr>
        <p:spPr>
          <a:xfrm>
            <a:off x="5514289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03" name="Shape 176"/>
          <p:cNvSpPr/>
          <p:nvPr/>
        </p:nvSpPr>
        <p:spPr>
          <a:xfrm>
            <a:off x="5605729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4" name="Text 177"/>
          <p:cNvSpPr/>
          <p:nvPr/>
        </p:nvSpPr>
        <p:spPr>
          <a:xfrm>
            <a:off x="5678881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05" name="Shape 178"/>
          <p:cNvSpPr/>
          <p:nvPr/>
        </p:nvSpPr>
        <p:spPr>
          <a:xfrm>
            <a:off x="5441137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6" name="Text 179"/>
          <p:cNvSpPr/>
          <p:nvPr/>
        </p:nvSpPr>
        <p:spPr>
          <a:xfrm>
            <a:off x="5514289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07" name="Text 180"/>
          <p:cNvSpPr/>
          <p:nvPr/>
        </p:nvSpPr>
        <p:spPr>
          <a:xfrm>
            <a:off x="4261470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08" name="Shape 181"/>
          <p:cNvSpPr/>
          <p:nvPr/>
        </p:nvSpPr>
        <p:spPr>
          <a:xfrm>
            <a:off x="5816041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09" name="Text 182"/>
          <p:cNvSpPr/>
          <p:nvPr/>
        </p:nvSpPr>
        <p:spPr>
          <a:xfrm>
            <a:off x="5880049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680" dirty="0"/>
          </a:p>
        </p:txBody>
      </p:sp>
      <p:sp>
        <p:nvSpPr>
          <p:cNvPr id="210" name="Text 183"/>
          <p:cNvSpPr/>
          <p:nvPr/>
        </p:nvSpPr>
        <p:spPr>
          <a:xfrm>
            <a:off x="5861761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530" dirty="0"/>
          </a:p>
        </p:txBody>
      </p:sp>
      <p:sp>
        <p:nvSpPr>
          <p:cNvPr id="211" name="Shape 184"/>
          <p:cNvSpPr/>
          <p:nvPr/>
        </p:nvSpPr>
        <p:spPr>
          <a:xfrm>
            <a:off x="5898337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12" name="Shape 185"/>
          <p:cNvSpPr/>
          <p:nvPr/>
        </p:nvSpPr>
        <p:spPr>
          <a:xfrm>
            <a:off x="5925769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3" name="Shape 186"/>
          <p:cNvSpPr/>
          <p:nvPr/>
        </p:nvSpPr>
        <p:spPr>
          <a:xfrm>
            <a:off x="5925769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4" name="Shape 187"/>
          <p:cNvSpPr/>
          <p:nvPr/>
        </p:nvSpPr>
        <p:spPr>
          <a:xfrm>
            <a:off x="5925769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5" name="Shape 188"/>
          <p:cNvSpPr/>
          <p:nvPr/>
        </p:nvSpPr>
        <p:spPr>
          <a:xfrm>
            <a:off x="5925769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6" name="Shape 189"/>
          <p:cNvSpPr/>
          <p:nvPr/>
        </p:nvSpPr>
        <p:spPr>
          <a:xfrm>
            <a:off x="5925769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7" name="Shape 190"/>
          <p:cNvSpPr/>
          <p:nvPr/>
        </p:nvSpPr>
        <p:spPr>
          <a:xfrm>
            <a:off x="5925769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8" name="Shape 191"/>
          <p:cNvSpPr/>
          <p:nvPr/>
        </p:nvSpPr>
        <p:spPr>
          <a:xfrm>
            <a:off x="5925769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9" name="Shape 192"/>
          <p:cNvSpPr/>
          <p:nvPr/>
        </p:nvSpPr>
        <p:spPr>
          <a:xfrm>
            <a:off x="5925769" y="568614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0" name="Shape 193"/>
          <p:cNvSpPr/>
          <p:nvPr/>
        </p:nvSpPr>
        <p:spPr>
          <a:xfrm>
            <a:off x="5925769" y="5662193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1" name="Shape 194"/>
          <p:cNvSpPr/>
          <p:nvPr/>
        </p:nvSpPr>
        <p:spPr>
          <a:xfrm>
            <a:off x="5925769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2" name="Shape 195"/>
          <p:cNvSpPr/>
          <p:nvPr/>
        </p:nvSpPr>
        <p:spPr>
          <a:xfrm>
            <a:off x="5925769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3" name="Shape 196"/>
          <p:cNvSpPr/>
          <p:nvPr/>
        </p:nvSpPr>
        <p:spPr>
          <a:xfrm>
            <a:off x="5925769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4" name="Shape 197"/>
          <p:cNvSpPr/>
          <p:nvPr/>
        </p:nvSpPr>
        <p:spPr>
          <a:xfrm>
            <a:off x="5925769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5" name="Shape 198"/>
          <p:cNvSpPr/>
          <p:nvPr/>
        </p:nvSpPr>
        <p:spPr>
          <a:xfrm>
            <a:off x="5925769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6" name="Shape 199"/>
          <p:cNvSpPr/>
          <p:nvPr/>
        </p:nvSpPr>
        <p:spPr>
          <a:xfrm>
            <a:off x="5925769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7" name="Shape 200"/>
          <p:cNvSpPr/>
          <p:nvPr/>
        </p:nvSpPr>
        <p:spPr>
          <a:xfrm>
            <a:off x="5925769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8" name="Shape 201"/>
          <p:cNvSpPr/>
          <p:nvPr/>
        </p:nvSpPr>
        <p:spPr>
          <a:xfrm>
            <a:off x="5925769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9" name="Shape 202"/>
          <p:cNvSpPr/>
          <p:nvPr/>
        </p:nvSpPr>
        <p:spPr>
          <a:xfrm>
            <a:off x="5925769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0" name="Shape 203"/>
          <p:cNvSpPr/>
          <p:nvPr/>
        </p:nvSpPr>
        <p:spPr>
          <a:xfrm>
            <a:off x="5916625" y="5636732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1" name="Shape 204"/>
          <p:cNvSpPr/>
          <p:nvPr/>
        </p:nvSpPr>
        <p:spPr>
          <a:xfrm>
            <a:off x="6017209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32" name="Shape 205"/>
          <p:cNvSpPr/>
          <p:nvPr/>
        </p:nvSpPr>
        <p:spPr>
          <a:xfrm>
            <a:off x="6044641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3" name="Shape 206"/>
          <p:cNvSpPr/>
          <p:nvPr/>
        </p:nvSpPr>
        <p:spPr>
          <a:xfrm>
            <a:off x="6044641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4" name="Shape 207"/>
          <p:cNvSpPr/>
          <p:nvPr/>
        </p:nvSpPr>
        <p:spPr>
          <a:xfrm>
            <a:off x="6044641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5" name="Shape 208"/>
          <p:cNvSpPr/>
          <p:nvPr/>
        </p:nvSpPr>
        <p:spPr>
          <a:xfrm>
            <a:off x="6044641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6" name="Shape 209"/>
          <p:cNvSpPr/>
          <p:nvPr/>
        </p:nvSpPr>
        <p:spPr>
          <a:xfrm>
            <a:off x="6044641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7" name="Shape 210"/>
          <p:cNvSpPr/>
          <p:nvPr/>
        </p:nvSpPr>
        <p:spPr>
          <a:xfrm>
            <a:off x="6044641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8" name="Shape 211"/>
          <p:cNvSpPr/>
          <p:nvPr/>
        </p:nvSpPr>
        <p:spPr>
          <a:xfrm>
            <a:off x="6044641" y="571009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9" name="Shape 212"/>
          <p:cNvSpPr/>
          <p:nvPr/>
        </p:nvSpPr>
        <p:spPr>
          <a:xfrm>
            <a:off x="6044641" y="568614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0" name="Shape 213"/>
          <p:cNvSpPr/>
          <p:nvPr/>
        </p:nvSpPr>
        <p:spPr>
          <a:xfrm>
            <a:off x="6044641" y="5662193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1" name="Shape 214"/>
          <p:cNvSpPr/>
          <p:nvPr/>
        </p:nvSpPr>
        <p:spPr>
          <a:xfrm>
            <a:off x="6044641" y="5638241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2" name="Shape 215"/>
          <p:cNvSpPr/>
          <p:nvPr/>
        </p:nvSpPr>
        <p:spPr>
          <a:xfrm>
            <a:off x="6044641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3" name="Shape 216"/>
          <p:cNvSpPr/>
          <p:nvPr/>
        </p:nvSpPr>
        <p:spPr>
          <a:xfrm>
            <a:off x="6044641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4" name="Shape 217"/>
          <p:cNvSpPr/>
          <p:nvPr/>
        </p:nvSpPr>
        <p:spPr>
          <a:xfrm>
            <a:off x="6044641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5" name="Shape 218"/>
          <p:cNvSpPr/>
          <p:nvPr/>
        </p:nvSpPr>
        <p:spPr>
          <a:xfrm>
            <a:off x="6044641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6" name="Shape 219"/>
          <p:cNvSpPr/>
          <p:nvPr/>
        </p:nvSpPr>
        <p:spPr>
          <a:xfrm>
            <a:off x="6044641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7" name="Shape 220"/>
          <p:cNvSpPr/>
          <p:nvPr/>
        </p:nvSpPr>
        <p:spPr>
          <a:xfrm>
            <a:off x="6044641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8" name="Shape 221"/>
          <p:cNvSpPr/>
          <p:nvPr/>
        </p:nvSpPr>
        <p:spPr>
          <a:xfrm>
            <a:off x="6044641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9" name="Shape 222"/>
          <p:cNvSpPr/>
          <p:nvPr/>
        </p:nvSpPr>
        <p:spPr>
          <a:xfrm>
            <a:off x="6044641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0" name="Shape 223"/>
          <p:cNvSpPr/>
          <p:nvPr/>
        </p:nvSpPr>
        <p:spPr>
          <a:xfrm>
            <a:off x="6035497" y="5658838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1" name="Shape 224"/>
          <p:cNvSpPr/>
          <p:nvPr/>
        </p:nvSpPr>
        <p:spPr>
          <a:xfrm>
            <a:off x="6209233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52" name="Shape 225"/>
          <p:cNvSpPr/>
          <p:nvPr/>
        </p:nvSpPr>
        <p:spPr>
          <a:xfrm>
            <a:off x="6154369" y="5630601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3" name="Shape 226"/>
          <p:cNvSpPr/>
          <p:nvPr/>
        </p:nvSpPr>
        <p:spPr>
          <a:xfrm>
            <a:off x="7050573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4" name="Text 227"/>
          <p:cNvSpPr/>
          <p:nvPr/>
        </p:nvSpPr>
        <p:spPr>
          <a:xfrm>
            <a:off x="7123725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55" name="Shape 228"/>
          <p:cNvSpPr/>
          <p:nvPr/>
        </p:nvSpPr>
        <p:spPr>
          <a:xfrm>
            <a:off x="7215165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6" name="Text 229"/>
          <p:cNvSpPr/>
          <p:nvPr/>
        </p:nvSpPr>
        <p:spPr>
          <a:xfrm>
            <a:off x="7288317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57" name="Shape 230"/>
          <p:cNvSpPr/>
          <p:nvPr/>
        </p:nvSpPr>
        <p:spPr>
          <a:xfrm>
            <a:off x="7050573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8" name="Text 231"/>
          <p:cNvSpPr/>
          <p:nvPr/>
        </p:nvSpPr>
        <p:spPr>
          <a:xfrm>
            <a:off x="7123725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59" name="Text 232"/>
          <p:cNvSpPr/>
          <p:nvPr/>
        </p:nvSpPr>
        <p:spPr>
          <a:xfrm>
            <a:off x="5870905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 off</a:t>
            </a:r>
            <a:endParaRPr lang="en-US" sz="540" dirty="0"/>
          </a:p>
        </p:txBody>
      </p:sp>
      <p:sp>
        <p:nvSpPr>
          <p:cNvPr id="260" name="Shape 233"/>
          <p:cNvSpPr/>
          <p:nvPr/>
        </p:nvSpPr>
        <p:spPr>
          <a:xfrm>
            <a:off x="7425477" y="5135728"/>
            <a:ext cx="1563715" cy="1018184"/>
          </a:xfrm>
          <a:prstGeom prst="roundRect">
            <a:avLst>
              <a:gd name="adj" fmla="val 718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61" name="Text 234"/>
          <p:cNvSpPr/>
          <p:nvPr/>
        </p:nvSpPr>
        <p:spPr>
          <a:xfrm>
            <a:off x="7489485" y="5163160"/>
            <a:ext cx="1435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680" dirty="0"/>
          </a:p>
        </p:txBody>
      </p:sp>
      <p:sp>
        <p:nvSpPr>
          <p:cNvPr id="262" name="Text 235"/>
          <p:cNvSpPr/>
          <p:nvPr/>
        </p:nvSpPr>
        <p:spPr>
          <a:xfrm>
            <a:off x="7471197" y="5291176"/>
            <a:ext cx="1472275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530" dirty="0"/>
          </a:p>
        </p:txBody>
      </p:sp>
      <p:sp>
        <p:nvSpPr>
          <p:cNvPr id="263" name="Shape 236"/>
          <p:cNvSpPr/>
          <p:nvPr/>
        </p:nvSpPr>
        <p:spPr>
          <a:xfrm>
            <a:off x="7507773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64" name="Shape 237"/>
          <p:cNvSpPr/>
          <p:nvPr/>
        </p:nvSpPr>
        <p:spPr>
          <a:xfrm>
            <a:off x="7535205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5" name="Shape 238"/>
          <p:cNvSpPr/>
          <p:nvPr/>
        </p:nvSpPr>
        <p:spPr>
          <a:xfrm>
            <a:off x="7535205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6" name="Shape 239"/>
          <p:cNvSpPr/>
          <p:nvPr/>
        </p:nvSpPr>
        <p:spPr>
          <a:xfrm>
            <a:off x="7535205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7" name="Shape 240"/>
          <p:cNvSpPr/>
          <p:nvPr/>
        </p:nvSpPr>
        <p:spPr>
          <a:xfrm>
            <a:off x="7535205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8" name="Shape 241"/>
          <p:cNvSpPr/>
          <p:nvPr/>
        </p:nvSpPr>
        <p:spPr>
          <a:xfrm>
            <a:off x="7535205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9" name="Shape 242"/>
          <p:cNvSpPr/>
          <p:nvPr/>
        </p:nvSpPr>
        <p:spPr>
          <a:xfrm>
            <a:off x="7535205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0" name="Shape 243"/>
          <p:cNvSpPr/>
          <p:nvPr/>
        </p:nvSpPr>
        <p:spPr>
          <a:xfrm>
            <a:off x="7535205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1" name="Shape 244"/>
          <p:cNvSpPr/>
          <p:nvPr/>
        </p:nvSpPr>
        <p:spPr>
          <a:xfrm>
            <a:off x="7535205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2" name="Shape 245"/>
          <p:cNvSpPr/>
          <p:nvPr/>
        </p:nvSpPr>
        <p:spPr>
          <a:xfrm>
            <a:off x="7535205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3" name="Shape 246"/>
          <p:cNvSpPr/>
          <p:nvPr/>
        </p:nvSpPr>
        <p:spPr>
          <a:xfrm>
            <a:off x="7535205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4" name="Shape 247"/>
          <p:cNvSpPr/>
          <p:nvPr/>
        </p:nvSpPr>
        <p:spPr>
          <a:xfrm>
            <a:off x="7535205" y="561428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5" name="Shape 248"/>
          <p:cNvSpPr/>
          <p:nvPr/>
        </p:nvSpPr>
        <p:spPr>
          <a:xfrm>
            <a:off x="7535205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6" name="Shape 249"/>
          <p:cNvSpPr/>
          <p:nvPr/>
        </p:nvSpPr>
        <p:spPr>
          <a:xfrm>
            <a:off x="7535205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7" name="Shape 250"/>
          <p:cNvSpPr/>
          <p:nvPr/>
        </p:nvSpPr>
        <p:spPr>
          <a:xfrm>
            <a:off x="7535205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8" name="Shape 251"/>
          <p:cNvSpPr/>
          <p:nvPr/>
        </p:nvSpPr>
        <p:spPr>
          <a:xfrm>
            <a:off x="7535205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9" name="Shape 252"/>
          <p:cNvSpPr/>
          <p:nvPr/>
        </p:nvSpPr>
        <p:spPr>
          <a:xfrm>
            <a:off x="7535205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0" name="Shape 253"/>
          <p:cNvSpPr/>
          <p:nvPr/>
        </p:nvSpPr>
        <p:spPr>
          <a:xfrm>
            <a:off x="7535205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1" name="Shape 254"/>
          <p:cNvSpPr/>
          <p:nvPr/>
        </p:nvSpPr>
        <p:spPr>
          <a:xfrm>
            <a:off x="7535205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2" name="Shape 255"/>
          <p:cNvSpPr/>
          <p:nvPr/>
        </p:nvSpPr>
        <p:spPr>
          <a:xfrm>
            <a:off x="7526061" y="5539467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3" name="Shape 256"/>
          <p:cNvSpPr/>
          <p:nvPr/>
        </p:nvSpPr>
        <p:spPr>
          <a:xfrm>
            <a:off x="7626645" y="5446624"/>
            <a:ext cx="91440" cy="442112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84" name="Shape 257"/>
          <p:cNvSpPr/>
          <p:nvPr/>
        </p:nvSpPr>
        <p:spPr>
          <a:xfrm>
            <a:off x="7654077" y="585381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5" name="Shape 258"/>
          <p:cNvSpPr/>
          <p:nvPr/>
        </p:nvSpPr>
        <p:spPr>
          <a:xfrm>
            <a:off x="7654077" y="5829859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6" name="Shape 259"/>
          <p:cNvSpPr/>
          <p:nvPr/>
        </p:nvSpPr>
        <p:spPr>
          <a:xfrm>
            <a:off x="7654077" y="5805907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7" name="Shape 260"/>
          <p:cNvSpPr/>
          <p:nvPr/>
        </p:nvSpPr>
        <p:spPr>
          <a:xfrm>
            <a:off x="7654077" y="5781954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8" name="Shape 261"/>
          <p:cNvSpPr/>
          <p:nvPr/>
        </p:nvSpPr>
        <p:spPr>
          <a:xfrm>
            <a:off x="7654077" y="5758002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9" name="Shape 262"/>
          <p:cNvSpPr/>
          <p:nvPr/>
        </p:nvSpPr>
        <p:spPr>
          <a:xfrm>
            <a:off x="7654077" y="5734050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0" name="Shape 263"/>
          <p:cNvSpPr/>
          <p:nvPr/>
        </p:nvSpPr>
        <p:spPr>
          <a:xfrm>
            <a:off x="7654077" y="5710098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1" name="Shape 264"/>
          <p:cNvSpPr/>
          <p:nvPr/>
        </p:nvSpPr>
        <p:spPr>
          <a:xfrm>
            <a:off x="7654077" y="5686146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2" name="Shape 265"/>
          <p:cNvSpPr/>
          <p:nvPr/>
        </p:nvSpPr>
        <p:spPr>
          <a:xfrm>
            <a:off x="7654077" y="5662193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3" name="Shape 266"/>
          <p:cNvSpPr/>
          <p:nvPr/>
        </p:nvSpPr>
        <p:spPr>
          <a:xfrm>
            <a:off x="7654077" y="5638241"/>
            <a:ext cx="36576" cy="12979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4" name="Shape 267"/>
          <p:cNvSpPr/>
          <p:nvPr/>
        </p:nvSpPr>
        <p:spPr>
          <a:xfrm>
            <a:off x="7654077" y="5614289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5" name="Shape 268"/>
          <p:cNvSpPr/>
          <p:nvPr/>
        </p:nvSpPr>
        <p:spPr>
          <a:xfrm>
            <a:off x="7654077" y="5590337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6" name="Shape 269"/>
          <p:cNvSpPr/>
          <p:nvPr/>
        </p:nvSpPr>
        <p:spPr>
          <a:xfrm>
            <a:off x="7654077" y="5566385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7" name="Shape 270"/>
          <p:cNvSpPr/>
          <p:nvPr/>
        </p:nvSpPr>
        <p:spPr>
          <a:xfrm>
            <a:off x="7654077" y="5542432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8" name="Shape 271"/>
          <p:cNvSpPr/>
          <p:nvPr/>
        </p:nvSpPr>
        <p:spPr>
          <a:xfrm>
            <a:off x="7654077" y="5518480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9" name="Shape 272"/>
          <p:cNvSpPr/>
          <p:nvPr/>
        </p:nvSpPr>
        <p:spPr>
          <a:xfrm>
            <a:off x="7654077" y="5494528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0" name="Shape 273"/>
          <p:cNvSpPr/>
          <p:nvPr/>
        </p:nvSpPr>
        <p:spPr>
          <a:xfrm>
            <a:off x="7654077" y="5470576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1" name="Shape 274"/>
          <p:cNvSpPr/>
          <p:nvPr/>
        </p:nvSpPr>
        <p:spPr>
          <a:xfrm>
            <a:off x="7654077" y="5446624"/>
            <a:ext cx="36576" cy="12979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2" name="Shape 275"/>
          <p:cNvSpPr/>
          <p:nvPr/>
        </p:nvSpPr>
        <p:spPr>
          <a:xfrm>
            <a:off x="7644933" y="5561573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3" name="Shape 276"/>
          <p:cNvSpPr/>
          <p:nvPr/>
        </p:nvSpPr>
        <p:spPr>
          <a:xfrm>
            <a:off x="7818669" y="5474056"/>
            <a:ext cx="0" cy="368960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304" name="Shape 277"/>
          <p:cNvSpPr/>
          <p:nvPr/>
        </p:nvSpPr>
        <p:spPr>
          <a:xfrm>
            <a:off x="7763805" y="5602437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5" name="Shape 278"/>
          <p:cNvSpPr/>
          <p:nvPr/>
        </p:nvSpPr>
        <p:spPr>
          <a:xfrm>
            <a:off x="8660008" y="5446624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6" name="Text 279"/>
          <p:cNvSpPr/>
          <p:nvPr/>
        </p:nvSpPr>
        <p:spPr>
          <a:xfrm>
            <a:off x="8733160" y="5460340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307" name="Shape 280"/>
          <p:cNvSpPr/>
          <p:nvPr/>
        </p:nvSpPr>
        <p:spPr>
          <a:xfrm>
            <a:off x="8824600" y="5446624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8" name="Text 281"/>
          <p:cNvSpPr/>
          <p:nvPr/>
        </p:nvSpPr>
        <p:spPr>
          <a:xfrm>
            <a:off x="8897752" y="5460340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309" name="Shape 282"/>
          <p:cNvSpPr/>
          <p:nvPr/>
        </p:nvSpPr>
        <p:spPr>
          <a:xfrm>
            <a:off x="8660008" y="5656936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10" name="Text 283"/>
          <p:cNvSpPr/>
          <p:nvPr/>
        </p:nvSpPr>
        <p:spPr>
          <a:xfrm>
            <a:off x="8733160" y="5670652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311" name="Text 284"/>
          <p:cNvSpPr/>
          <p:nvPr/>
        </p:nvSpPr>
        <p:spPr>
          <a:xfrm>
            <a:off x="7480341" y="5989320"/>
            <a:ext cx="1453987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WORKSPACE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Scènes et sources : une hiérarchie lisible à haute densité.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ligne porte identité, état, visibilité et actions sans devenir un sapin de Noël.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730752" cy="4462272"/>
          </a:xfrm>
          <a:prstGeom prst="roundRect">
            <a:avLst>
              <a:gd name="adj" fmla="val 3431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556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SCENES</a:t>
            </a:r>
            <a:endParaRPr lang="en-US" sz="7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096512" y="1828800"/>
            <a:ext cx="91440" cy="91440"/>
          </a:xfrm>
          <a:prstGeom prst="rect">
            <a:avLst/>
          </a:prstGeom>
        </p:spPr>
      </p:pic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6968" y="2139696"/>
            <a:ext cx="118872" cy="1188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69848" y="2057400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804672" y="2386584"/>
            <a:ext cx="3401568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6968" y="2468880"/>
            <a:ext cx="118872" cy="11887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86968" y="2496312"/>
            <a:ext cx="73152" cy="7315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1069848" y="2386584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show</a:t>
            </a:r>
            <a:endParaRPr lang="en-US" sz="9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05072" y="2468880"/>
            <a:ext cx="109728" cy="109728"/>
          </a:xfrm>
          <a:prstGeom prst="rect">
            <a:avLst/>
          </a:prstGeom>
        </p:spPr>
      </p:pic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6968" y="2798064"/>
            <a:ext cx="118872" cy="11887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69848" y="2715768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BRB</a:t>
            </a:r>
            <a:endParaRPr lang="en-US" sz="90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6968" y="3127248"/>
            <a:ext cx="118872" cy="118872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1069848" y="3044952"/>
            <a:ext cx="30266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Ending</a:t>
            </a:r>
            <a:endParaRPr lang="en-US" sz="900" dirty="0"/>
          </a:p>
        </p:txBody>
      </p:sp>
      <p:sp>
        <p:nvSpPr>
          <p:cNvPr id="22" name="Shape 14"/>
          <p:cNvSpPr/>
          <p:nvPr/>
        </p:nvSpPr>
        <p:spPr>
          <a:xfrm>
            <a:off x="822960" y="3474720"/>
            <a:ext cx="3310128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23" name="Text 15"/>
          <p:cNvSpPr/>
          <p:nvPr/>
        </p:nvSpPr>
        <p:spPr>
          <a:xfrm>
            <a:off x="859536" y="3584448"/>
            <a:ext cx="3145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72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096512" y="3657600"/>
            <a:ext cx="91440" cy="91440"/>
          </a:xfrm>
          <a:prstGeom prst="rect">
            <a:avLst/>
          </a:prstGeom>
        </p:spPr>
      </p:pic>
      <p:sp>
        <p:nvSpPr>
          <p:cNvPr id="25" name="Shape 16"/>
          <p:cNvSpPr/>
          <p:nvPr/>
        </p:nvSpPr>
        <p:spPr>
          <a:xfrm>
            <a:off x="804672" y="3886200"/>
            <a:ext cx="3401568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86968" y="3968496"/>
            <a:ext cx="118872" cy="118872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1069848" y="3886200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900" dirty="0"/>
          </a:p>
        </p:txBody>
      </p:sp>
      <p:pic>
        <p:nvPicPr>
          <p:cNvPr id="28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005072" y="3968496"/>
            <a:ext cx="109728" cy="109728"/>
          </a:xfrm>
          <a:prstGeom prst="rect">
            <a:avLst/>
          </a:prstGeom>
        </p:spPr>
      </p:pic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115568" y="4297680"/>
            <a:ext cx="118872" cy="11887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298448" y="4215384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</a:t>
            </a:r>
            <a:endParaRPr lang="en-US" sz="9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005072" y="4297680"/>
            <a:ext cx="109728" cy="109728"/>
          </a:xfrm>
          <a:prstGeom prst="rect">
            <a:avLst/>
          </a:prstGeom>
        </p:spPr>
      </p:pic>
      <p:pic>
        <p:nvPicPr>
          <p:cNvPr id="32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1115568" y="4626864"/>
            <a:ext cx="118872" cy="118872"/>
          </a:xfrm>
          <a:prstGeom prst="rect">
            <a:avLst/>
          </a:prstGeom>
        </p:spPr>
      </p:pic>
      <p:sp>
        <p:nvSpPr>
          <p:cNvPr id="33" name="Text 19"/>
          <p:cNvSpPr/>
          <p:nvPr/>
        </p:nvSpPr>
        <p:spPr>
          <a:xfrm>
            <a:off x="1298448" y="4544568"/>
            <a:ext cx="2596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third</a:t>
            </a:r>
            <a:endParaRPr lang="en-US" sz="90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4005072" y="4626864"/>
            <a:ext cx="109728" cy="109728"/>
          </a:xfrm>
          <a:prstGeom prst="rect">
            <a:avLst/>
          </a:prstGeom>
        </p:spPr>
      </p:pic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886968" y="4956048"/>
            <a:ext cx="118872" cy="118872"/>
          </a:xfrm>
          <a:prstGeom prst="rect">
            <a:avLst/>
          </a:prstGeom>
        </p:spPr>
      </p:pic>
      <p:sp>
        <p:nvSpPr>
          <p:cNvPr id="36" name="Text 20"/>
          <p:cNvSpPr/>
          <p:nvPr/>
        </p:nvSpPr>
        <p:spPr>
          <a:xfrm>
            <a:off x="1069848" y="4873752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900" dirty="0"/>
          </a:p>
        </p:txBody>
      </p:sp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005072" y="4956048"/>
            <a:ext cx="109728" cy="109728"/>
          </a:xfrm>
          <a:prstGeom prst="rect">
            <a:avLst/>
          </a:prstGeom>
        </p:spPr>
      </p:pic>
      <p:pic>
        <p:nvPicPr>
          <p:cNvPr id="38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86968" y="5285232"/>
            <a:ext cx="118872" cy="118872"/>
          </a:xfrm>
          <a:prstGeom prst="rect">
            <a:avLst/>
          </a:prstGeom>
        </p:spPr>
      </p:pic>
      <p:sp>
        <p:nvSpPr>
          <p:cNvPr id="39" name="Text 21"/>
          <p:cNvSpPr/>
          <p:nvPr/>
        </p:nvSpPr>
        <p:spPr>
          <a:xfrm>
            <a:off x="1069848" y="5202936"/>
            <a:ext cx="2825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900" dirty="0"/>
          </a:p>
        </p:txBody>
      </p:sp>
      <p:pic>
        <p:nvPicPr>
          <p:cNvPr id="40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4005072" y="5285232"/>
            <a:ext cx="109728" cy="109728"/>
          </a:xfrm>
          <a:prstGeom prst="rect">
            <a:avLst/>
          </a:prstGeom>
        </p:spPr>
      </p:pic>
      <p:sp>
        <p:nvSpPr>
          <p:cNvPr id="41" name="Shape 22"/>
          <p:cNvSpPr/>
          <p:nvPr/>
        </p:nvSpPr>
        <p:spPr>
          <a:xfrm>
            <a:off x="4736592" y="1627632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42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4956048" y="1856232"/>
            <a:ext cx="210312" cy="210312"/>
          </a:xfrm>
          <a:prstGeom prst="rect">
            <a:avLst/>
          </a:prstGeom>
        </p:spPr>
      </p:pic>
      <p:sp>
        <p:nvSpPr>
          <p:cNvPr id="43" name="Text 23"/>
          <p:cNvSpPr/>
          <p:nvPr/>
        </p:nvSpPr>
        <p:spPr>
          <a:xfrm>
            <a:off x="5303520" y="1792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Pointer</a:t>
            </a:r>
            <a:endParaRPr lang="en-US" sz="1200" dirty="0"/>
          </a:p>
        </p:txBody>
      </p:sp>
      <p:sp>
        <p:nvSpPr>
          <p:cNvPr id="44" name="Text 24"/>
          <p:cNvSpPr/>
          <p:nvPr/>
        </p:nvSpPr>
        <p:spPr>
          <a:xfrm>
            <a:off x="4956048" y="23225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handle dédié · zone de drop explicite</a:t>
            </a:r>
            <a:endParaRPr lang="en-US" sz="900" dirty="0"/>
          </a:p>
        </p:txBody>
      </p:sp>
      <p:sp>
        <p:nvSpPr>
          <p:cNvPr id="45" name="Shape 25"/>
          <p:cNvSpPr/>
          <p:nvPr/>
        </p:nvSpPr>
        <p:spPr>
          <a:xfrm>
            <a:off x="8211312" y="1627632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46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8430768" y="1856232"/>
            <a:ext cx="210312" cy="210312"/>
          </a:xfrm>
          <a:prstGeom prst="rect">
            <a:avLst/>
          </a:prstGeom>
        </p:spPr>
      </p:pic>
      <p:sp>
        <p:nvSpPr>
          <p:cNvPr id="47" name="Text 26"/>
          <p:cNvSpPr/>
          <p:nvPr/>
        </p:nvSpPr>
        <p:spPr>
          <a:xfrm>
            <a:off x="8778240" y="179222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Clavier</a:t>
            </a:r>
            <a:endParaRPr lang="en-US" sz="1200" dirty="0"/>
          </a:p>
        </p:txBody>
      </p:sp>
      <p:sp>
        <p:nvSpPr>
          <p:cNvPr id="48" name="Text 27"/>
          <p:cNvSpPr/>
          <p:nvPr/>
        </p:nvSpPr>
        <p:spPr>
          <a:xfrm>
            <a:off x="8430768" y="232257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Space/Enter pour saisir · flèches pour déplacer · Esc annule</a:t>
            </a:r>
            <a:endParaRPr lang="en-US" sz="900" dirty="0"/>
          </a:p>
        </p:txBody>
      </p:sp>
      <p:sp>
        <p:nvSpPr>
          <p:cNvPr id="49" name="Shape 28"/>
          <p:cNvSpPr/>
          <p:nvPr/>
        </p:nvSpPr>
        <p:spPr>
          <a:xfrm>
            <a:off x="4736592" y="3593592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50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4956048" y="3822192"/>
            <a:ext cx="210312" cy="210312"/>
          </a:xfrm>
          <a:prstGeom prst="rect">
            <a:avLst/>
          </a:prstGeom>
        </p:spPr>
      </p:pic>
      <p:sp>
        <p:nvSpPr>
          <p:cNvPr id="51" name="Text 29"/>
          <p:cNvSpPr/>
          <p:nvPr/>
        </p:nvSpPr>
        <p:spPr>
          <a:xfrm>
            <a:off x="5303520" y="37581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États</a:t>
            </a:r>
            <a:endParaRPr lang="en-US" sz="1200" dirty="0"/>
          </a:p>
        </p:txBody>
      </p:sp>
      <p:sp>
        <p:nvSpPr>
          <p:cNvPr id="52" name="Text 30"/>
          <p:cNvSpPr/>
          <p:nvPr/>
        </p:nvSpPr>
        <p:spPr>
          <a:xfrm>
            <a:off x="4956048" y="428853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Visible, caché, verrouillé, unavailable, recovering</a:t>
            </a:r>
            <a:endParaRPr lang="en-US" sz="900" dirty="0"/>
          </a:p>
        </p:txBody>
      </p:sp>
      <p:sp>
        <p:nvSpPr>
          <p:cNvPr id="53" name="Shape 31"/>
          <p:cNvSpPr/>
          <p:nvPr/>
        </p:nvSpPr>
        <p:spPr>
          <a:xfrm>
            <a:off x="8211312" y="3593592"/>
            <a:ext cx="3200400" cy="1691640"/>
          </a:xfrm>
          <a:prstGeom prst="roundRect">
            <a:avLst>
              <a:gd name="adj" fmla="val 6486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54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8430768" y="3822192"/>
            <a:ext cx="210312" cy="210312"/>
          </a:xfrm>
          <a:prstGeom prst="rect">
            <a:avLst/>
          </a:prstGeom>
        </p:spPr>
      </p:pic>
      <p:sp>
        <p:nvSpPr>
          <p:cNvPr id="55" name="Text 32"/>
          <p:cNvSpPr/>
          <p:nvPr/>
        </p:nvSpPr>
        <p:spPr>
          <a:xfrm>
            <a:off x="8778240" y="3758184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Polish</a:t>
            </a:r>
            <a:endParaRPr lang="en-US" sz="1200" dirty="0"/>
          </a:p>
        </p:txBody>
      </p:sp>
      <p:sp>
        <p:nvSpPr>
          <p:cNvPr id="56" name="Text 33"/>
          <p:cNvSpPr/>
          <p:nvPr/>
        </p:nvSpPr>
        <p:spPr>
          <a:xfrm>
            <a:off x="8430768" y="4288536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Une barre partagée Motion accompagne hover et sélection</a:t>
            </a:r>
            <a:endParaRPr lang="en-US" sz="900" dirty="0"/>
          </a:p>
        </p:txBody>
      </p:sp>
      <p:sp>
        <p:nvSpPr>
          <p:cNvPr id="57" name="Text 34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PROPERTY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L’inspecteur : précis comme un outil créatif, lisible comme une app moderne.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Champs compacts, scrubbing, unités explicites, sections repliables et preview immédiate.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3886200" cy="4526280"/>
          </a:xfrm>
          <a:prstGeom prst="roundRect">
            <a:avLst>
              <a:gd name="adj" fmla="val 3294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5564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</a:t>
            </a:r>
            <a:endParaRPr lang="en-US" sz="7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242816" y="1828800"/>
            <a:ext cx="91440" cy="91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804672" y="2057400"/>
            <a:ext cx="658368" cy="237744"/>
          </a:xfrm>
          <a:prstGeom prst="roundRect">
            <a:avLst>
              <a:gd name="adj" fmla="val 30769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77824" y="2116836"/>
            <a:ext cx="109728" cy="1097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33272" y="2071116"/>
            <a:ext cx="37490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750" dirty="0"/>
          </a:p>
        </p:txBody>
      </p:sp>
      <p:sp>
        <p:nvSpPr>
          <p:cNvPr id="14" name="Text 10"/>
          <p:cNvSpPr/>
          <p:nvPr/>
        </p:nvSpPr>
        <p:spPr>
          <a:xfrm>
            <a:off x="822960" y="248716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822960" y="27889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</a:t>
            </a:r>
            <a:endParaRPr lang="en-US" sz="800" dirty="0"/>
          </a:p>
        </p:txBody>
      </p:sp>
      <p:sp>
        <p:nvSpPr>
          <p:cNvPr id="16" name="Shape 12"/>
          <p:cNvSpPr/>
          <p:nvPr/>
        </p:nvSpPr>
        <p:spPr>
          <a:xfrm>
            <a:off x="1508760" y="278892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591056" y="278892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960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3986784" y="278892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19" name="Text 15"/>
          <p:cNvSpPr/>
          <p:nvPr/>
        </p:nvSpPr>
        <p:spPr>
          <a:xfrm>
            <a:off x="822960" y="31089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1508760" y="310896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12700">
            <a:solidFill>
              <a:srgbClr val="7C8F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591056" y="31089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F4F6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494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3986784" y="31089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23" name="Text 19"/>
          <p:cNvSpPr/>
          <p:nvPr/>
        </p:nvSpPr>
        <p:spPr>
          <a:xfrm>
            <a:off x="822960" y="34290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1508760" y="342900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1591056" y="34290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640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3986784" y="34290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27" name="Text 23"/>
          <p:cNvSpPr/>
          <p:nvPr/>
        </p:nvSpPr>
        <p:spPr>
          <a:xfrm>
            <a:off x="822960" y="374904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</a:t>
            </a:r>
            <a:endParaRPr lang="en-US" sz="800" dirty="0"/>
          </a:p>
        </p:txBody>
      </p:sp>
      <p:sp>
        <p:nvSpPr>
          <p:cNvPr id="28" name="Shape 24"/>
          <p:cNvSpPr/>
          <p:nvPr/>
        </p:nvSpPr>
        <p:spPr>
          <a:xfrm>
            <a:off x="1508760" y="374904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591056" y="37490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360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3986784" y="374904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31" name="Shape 27"/>
          <p:cNvSpPr/>
          <p:nvPr/>
        </p:nvSpPr>
        <p:spPr>
          <a:xfrm>
            <a:off x="822960" y="4160520"/>
            <a:ext cx="1325880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20252D"/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251960"/>
            <a:ext cx="128016" cy="128016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1088136" y="4160520"/>
            <a:ext cx="978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Reset transform</a:t>
            </a:r>
            <a:endParaRPr lang="en-US" sz="750" dirty="0"/>
          </a:p>
        </p:txBody>
      </p:sp>
      <p:sp>
        <p:nvSpPr>
          <p:cNvPr id="34" name="Text 29"/>
          <p:cNvSpPr/>
          <p:nvPr/>
        </p:nvSpPr>
        <p:spPr>
          <a:xfrm>
            <a:off x="822960" y="46451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Appearance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822960" y="493776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Opacity</a:t>
            </a:r>
            <a:endParaRPr lang="en-US" sz="800" dirty="0"/>
          </a:p>
        </p:txBody>
      </p:sp>
      <p:sp>
        <p:nvSpPr>
          <p:cNvPr id="36" name="Shape 31"/>
          <p:cNvSpPr/>
          <p:nvPr/>
        </p:nvSpPr>
        <p:spPr>
          <a:xfrm>
            <a:off x="1508760" y="493776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1591056" y="493776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100</a:t>
            </a:r>
            <a:endParaRPr lang="en-US" sz="800" dirty="0"/>
          </a:p>
        </p:txBody>
      </p:sp>
      <p:sp>
        <p:nvSpPr>
          <p:cNvPr id="38" name="Text 33"/>
          <p:cNvSpPr/>
          <p:nvPr/>
        </p:nvSpPr>
        <p:spPr>
          <a:xfrm>
            <a:off x="3986784" y="493776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</a:t>
            </a:r>
            <a:endParaRPr lang="en-US" sz="740" dirty="0"/>
          </a:p>
        </p:txBody>
      </p:sp>
      <p:sp>
        <p:nvSpPr>
          <p:cNvPr id="39" name="Text 34"/>
          <p:cNvSpPr/>
          <p:nvPr/>
        </p:nvSpPr>
        <p:spPr>
          <a:xfrm>
            <a:off x="822960" y="525780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Radius</a:t>
            </a:r>
            <a:endParaRPr lang="en-US" sz="800" dirty="0"/>
          </a:p>
        </p:txBody>
      </p:sp>
      <p:sp>
        <p:nvSpPr>
          <p:cNvPr id="40" name="Shape 35"/>
          <p:cNvSpPr/>
          <p:nvPr/>
        </p:nvSpPr>
        <p:spPr>
          <a:xfrm>
            <a:off x="1508760" y="5257800"/>
            <a:ext cx="2788920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1591056" y="525780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18</a:t>
            </a:r>
            <a:endParaRPr lang="en-US" sz="800" dirty="0"/>
          </a:p>
        </p:txBody>
      </p:sp>
      <p:sp>
        <p:nvSpPr>
          <p:cNvPr id="42" name="Text 37"/>
          <p:cNvSpPr/>
          <p:nvPr/>
        </p:nvSpPr>
        <p:spPr>
          <a:xfrm>
            <a:off x="3986784" y="5257800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px</a:t>
            </a:r>
            <a:endParaRPr lang="en-US" sz="740" dirty="0"/>
          </a:p>
        </p:txBody>
      </p:sp>
      <p:sp>
        <p:nvSpPr>
          <p:cNvPr id="43" name="Shape 38"/>
          <p:cNvSpPr/>
          <p:nvPr/>
        </p:nvSpPr>
        <p:spPr>
          <a:xfrm>
            <a:off x="4892040" y="1691640"/>
            <a:ext cx="3063240" cy="1719072"/>
          </a:xfrm>
          <a:prstGeom prst="roundRect">
            <a:avLst>
              <a:gd name="adj" fmla="val 6383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5093208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Scrub input</a:t>
            </a:r>
            <a:endParaRPr lang="en-US" sz="1120" dirty="0"/>
          </a:p>
        </p:txBody>
      </p:sp>
      <p:sp>
        <p:nvSpPr>
          <p:cNvPr id="45" name="Text 40"/>
          <p:cNvSpPr/>
          <p:nvPr/>
        </p:nvSpPr>
        <p:spPr>
          <a:xfrm>
            <a:off x="5093208" y="23500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Glisser horizontalement sur le label pour ajuster. Shift = précision.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5093208" y="3017520"/>
            <a:ext cx="2423160" cy="219456"/>
          </a:xfrm>
          <a:prstGeom prst="roundRect">
            <a:avLst>
              <a:gd name="adj" fmla="val 20833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5166360" y="3017520"/>
            <a:ext cx="228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</a:t>
            </a:r>
            <a:endParaRPr lang="en-US" sz="750" dirty="0"/>
          </a:p>
        </p:txBody>
      </p:sp>
      <p:sp>
        <p:nvSpPr>
          <p:cNvPr id="48" name="Text 43"/>
          <p:cNvSpPr/>
          <p:nvPr/>
        </p:nvSpPr>
        <p:spPr>
          <a:xfrm>
            <a:off x="6126480" y="3017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F4F6F8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494</a:t>
            </a:r>
            <a:endParaRPr lang="en-US" sz="750" dirty="0"/>
          </a:p>
        </p:txBody>
      </p:sp>
      <p:sp>
        <p:nvSpPr>
          <p:cNvPr id="49" name="Shape 44"/>
          <p:cNvSpPr/>
          <p:nvPr/>
        </p:nvSpPr>
        <p:spPr>
          <a:xfrm>
            <a:off x="8229600" y="1691640"/>
            <a:ext cx="3063240" cy="1719072"/>
          </a:xfrm>
          <a:prstGeom prst="roundRect">
            <a:avLst>
              <a:gd name="adj" fmla="val 6383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8430768" y="18745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 values</a:t>
            </a:r>
            <a:endParaRPr lang="en-US" sz="1120" dirty="0"/>
          </a:p>
        </p:txBody>
      </p:sp>
      <p:sp>
        <p:nvSpPr>
          <p:cNvPr id="51" name="Text 46"/>
          <p:cNvSpPr/>
          <p:nvPr/>
        </p:nvSpPr>
        <p:spPr>
          <a:xfrm>
            <a:off x="8430768" y="2350008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Lier W/H ou détacher le ratio en un clic.</a:t>
            </a:r>
            <a:endParaRPr lang="en-US" sz="900" dirty="0"/>
          </a:p>
        </p:txBody>
      </p:sp>
      <p:sp>
        <p:nvSpPr>
          <p:cNvPr id="52" name="Shape 47"/>
          <p:cNvSpPr/>
          <p:nvPr/>
        </p:nvSpPr>
        <p:spPr>
          <a:xfrm>
            <a:off x="4892040" y="3685032"/>
            <a:ext cx="3063240" cy="1719072"/>
          </a:xfrm>
          <a:prstGeom prst="roundRect">
            <a:avLst>
              <a:gd name="adj" fmla="val 6383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5093208" y="3867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drafts</a:t>
            </a:r>
            <a:endParaRPr lang="en-US" sz="1120" dirty="0"/>
          </a:p>
        </p:txBody>
      </p:sp>
      <p:sp>
        <p:nvSpPr>
          <p:cNvPr id="54" name="Text 49"/>
          <p:cNvSpPr/>
          <p:nvPr/>
        </p:nvSpPr>
        <p:spPr>
          <a:xfrm>
            <a:off x="5093208" y="434340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changements en cours restent locaux jusqu’à validation.</a:t>
            </a:r>
            <a:endParaRPr lang="en-US" sz="900" dirty="0"/>
          </a:p>
        </p:txBody>
      </p:sp>
      <p:sp>
        <p:nvSpPr>
          <p:cNvPr id="55" name="Shape 50"/>
          <p:cNvSpPr/>
          <p:nvPr/>
        </p:nvSpPr>
        <p:spPr>
          <a:xfrm>
            <a:off x="8229600" y="3685032"/>
            <a:ext cx="3063240" cy="1719072"/>
          </a:xfrm>
          <a:prstGeom prst="roundRect">
            <a:avLst>
              <a:gd name="adj" fmla="val 6383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56" name="Text 51"/>
          <p:cNvSpPr/>
          <p:nvPr/>
        </p:nvSpPr>
        <p:spPr>
          <a:xfrm>
            <a:off x="8430768" y="38679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Undo friendly</a:t>
            </a:r>
            <a:endParaRPr lang="en-US" sz="1120" dirty="0"/>
          </a:p>
        </p:txBody>
      </p:sp>
      <p:sp>
        <p:nvSpPr>
          <p:cNvPr id="57" name="Text 52"/>
          <p:cNvSpPr/>
          <p:nvPr/>
        </p:nvSpPr>
        <p:spPr>
          <a:xfrm>
            <a:off x="8430768" y="4343400"/>
            <a:ext cx="25786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modification produit une commande fusionnable.</a:t>
            </a:r>
            <a:endParaRPr lang="en-US" sz="900" dirty="0"/>
          </a:p>
        </p:txBody>
      </p:sp>
      <p:sp>
        <p:nvSpPr>
          <p:cNvPr id="58" name="Text 53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EXPERIENCE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 mixer doit être lisible à distance et précis à la souris.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meters bougent vite. Le reste de l’interface, non. Les fréquences de rendu sont séparées.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1508760"/>
            <a:ext cx="7909560" cy="4553712"/>
          </a:xfrm>
          <a:prstGeom prst="roundRect">
            <a:avLst>
              <a:gd name="adj" fmla="val 2811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6384" y="1682496"/>
            <a:ext cx="7296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72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174736" y="1755648"/>
            <a:ext cx="91440" cy="914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749808" y="2029968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1248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endParaRPr lang="en-US" sz="870" dirty="0"/>
          </a:p>
        </p:txBody>
      </p:sp>
      <p:sp>
        <p:nvSpPr>
          <p:cNvPr id="13" name="Text 10"/>
          <p:cNvSpPr/>
          <p:nvPr/>
        </p:nvSpPr>
        <p:spPr>
          <a:xfrm>
            <a:off x="822960" y="22768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MOTU M2</a:t>
            </a:r>
            <a:endParaRPr lang="en-US" sz="680" dirty="0"/>
          </a:p>
        </p:txBody>
      </p:sp>
      <p:sp>
        <p:nvSpPr>
          <p:cNvPr id="14" name="Shape 11"/>
          <p:cNvSpPr/>
          <p:nvPr/>
        </p:nvSpPr>
        <p:spPr>
          <a:xfrm>
            <a:off x="859536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86968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886968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86968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86968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886968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86968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86968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86968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6968" y="282072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86968" y="2773070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86968" y="2725420"/>
            <a:ext cx="82296" cy="36678"/>
          </a:xfrm>
          <a:prstGeom prst="rect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6968" y="2677770"/>
            <a:ext cx="82296" cy="36678"/>
          </a:xfrm>
          <a:prstGeom prst="rect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86968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886968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968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7824" y="2547976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33272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060704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1060704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60704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1060704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1060704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60704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60704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1060704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60704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60704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1060704" y="282072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1060704" y="2773070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60704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60704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1060704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1060704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060704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060704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1051560" y="2591410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1316736" y="2523744"/>
            <a:ext cx="0" cy="777240"/>
          </a:xfrm>
          <a:prstGeom prst="line">
            <a:avLst/>
          </a:prstGeom>
          <a:noFill/>
          <a:ln w="25400">
            <a:solidFill>
              <a:srgbClr val="353D49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243584" y="2813609"/>
            <a:ext cx="146304" cy="146304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1874520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1947672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720" dirty="0"/>
          </a:p>
        </p:txBody>
      </p:sp>
      <p:sp>
        <p:nvSpPr>
          <p:cNvPr id="58" name="Shape 55"/>
          <p:cNvSpPr/>
          <p:nvPr/>
        </p:nvSpPr>
        <p:spPr>
          <a:xfrm>
            <a:off x="2093976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2167128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20" dirty="0"/>
          </a:p>
        </p:txBody>
      </p:sp>
      <p:sp>
        <p:nvSpPr>
          <p:cNvPr id="60" name="Shape 57"/>
          <p:cNvSpPr/>
          <p:nvPr/>
        </p:nvSpPr>
        <p:spPr>
          <a:xfrm>
            <a:off x="1874520" y="2798064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4F65E8"/>
          </a:solidFill>
          <a:ln w="635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947672" y="281178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650" dirty="0"/>
          </a:p>
        </p:txBody>
      </p:sp>
      <p:sp>
        <p:nvSpPr>
          <p:cNvPr id="62" name="Text 59"/>
          <p:cNvSpPr/>
          <p:nvPr/>
        </p:nvSpPr>
        <p:spPr>
          <a:xfrm>
            <a:off x="1874520" y="3081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-6 dB</a:t>
            </a:r>
            <a:endParaRPr lang="en-US" sz="680" dirty="0"/>
          </a:p>
        </p:txBody>
      </p:sp>
      <p:sp>
        <p:nvSpPr>
          <p:cNvPr id="63" name="Shape 60"/>
          <p:cNvSpPr/>
          <p:nvPr/>
        </p:nvSpPr>
        <p:spPr>
          <a:xfrm>
            <a:off x="822960" y="3447288"/>
            <a:ext cx="145389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22960" y="3502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+ VOD</a:t>
            </a:r>
            <a:endParaRPr lang="en-US" sz="720" dirty="0"/>
          </a:p>
        </p:txBody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7128" y="3566160"/>
            <a:ext cx="82296" cy="82296"/>
          </a:xfrm>
          <a:prstGeom prst="rect">
            <a:avLst/>
          </a:prstGeom>
        </p:spPr>
      </p:pic>
      <p:sp>
        <p:nvSpPr>
          <p:cNvPr id="66" name="Shape 62"/>
          <p:cNvSpPr/>
          <p:nvPr/>
        </p:nvSpPr>
        <p:spPr>
          <a:xfrm>
            <a:off x="2478024" y="2029968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67" name="Text 63"/>
          <p:cNvSpPr/>
          <p:nvPr/>
        </p:nvSpPr>
        <p:spPr>
          <a:xfrm>
            <a:off x="2569464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</a:t>
            </a:r>
            <a:endParaRPr lang="en-US" sz="870" dirty="0"/>
          </a:p>
        </p:txBody>
      </p:sp>
      <p:sp>
        <p:nvSpPr>
          <p:cNvPr id="68" name="Text 64"/>
          <p:cNvSpPr/>
          <p:nvPr/>
        </p:nvSpPr>
        <p:spPr>
          <a:xfrm>
            <a:off x="2551176" y="22768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80" dirty="0"/>
          </a:p>
        </p:txBody>
      </p:sp>
      <p:sp>
        <p:nvSpPr>
          <p:cNvPr id="69" name="Shape 65"/>
          <p:cNvSpPr/>
          <p:nvPr/>
        </p:nvSpPr>
        <p:spPr>
          <a:xfrm>
            <a:off x="2587752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2615184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2615184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2615184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2615184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2615184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615184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615184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2615184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2615184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2615184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2615184" y="282072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2615184" y="27730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2615184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2615184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2615184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2615184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2615184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2615184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2606040" y="2686964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761488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788920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2788920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2788920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2788920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2788920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2788920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2788920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2788920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2788920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2788920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2788920" y="2820721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2788920" y="27730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788920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788920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2788920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2788920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2788920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2788920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2779776" y="2730398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3044952" y="2523744"/>
            <a:ext cx="0" cy="777240"/>
          </a:xfrm>
          <a:prstGeom prst="line">
            <a:avLst/>
          </a:prstGeom>
          <a:noFill/>
          <a:ln w="25400">
            <a:solidFill>
              <a:srgbClr val="353D49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2971800" y="2864815"/>
            <a:ext cx="146304" cy="146304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3602736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12" name="Text 108"/>
          <p:cNvSpPr/>
          <p:nvPr/>
        </p:nvSpPr>
        <p:spPr>
          <a:xfrm>
            <a:off x="3675888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720" dirty="0"/>
          </a:p>
        </p:txBody>
      </p:sp>
      <p:sp>
        <p:nvSpPr>
          <p:cNvPr id="113" name="Shape 109"/>
          <p:cNvSpPr/>
          <p:nvPr/>
        </p:nvSpPr>
        <p:spPr>
          <a:xfrm>
            <a:off x="3822192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14" name="Text 110"/>
          <p:cNvSpPr/>
          <p:nvPr/>
        </p:nvSpPr>
        <p:spPr>
          <a:xfrm>
            <a:off x="3895344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20" dirty="0"/>
          </a:p>
        </p:txBody>
      </p:sp>
      <p:sp>
        <p:nvSpPr>
          <p:cNvPr id="115" name="Shape 111"/>
          <p:cNvSpPr/>
          <p:nvPr/>
        </p:nvSpPr>
        <p:spPr>
          <a:xfrm>
            <a:off x="3602736" y="2798064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16" name="Text 112"/>
          <p:cNvSpPr/>
          <p:nvPr/>
        </p:nvSpPr>
        <p:spPr>
          <a:xfrm>
            <a:off x="3675888" y="281178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650" dirty="0"/>
          </a:p>
        </p:txBody>
      </p:sp>
      <p:sp>
        <p:nvSpPr>
          <p:cNvPr id="117" name="Text 113"/>
          <p:cNvSpPr/>
          <p:nvPr/>
        </p:nvSpPr>
        <p:spPr>
          <a:xfrm>
            <a:off x="3602736" y="3081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-22 dB</a:t>
            </a:r>
            <a:endParaRPr lang="en-US" sz="680" dirty="0"/>
          </a:p>
        </p:txBody>
      </p:sp>
      <p:sp>
        <p:nvSpPr>
          <p:cNvPr id="118" name="Shape 114"/>
          <p:cNvSpPr/>
          <p:nvPr/>
        </p:nvSpPr>
        <p:spPr>
          <a:xfrm>
            <a:off x="2551176" y="3447288"/>
            <a:ext cx="145389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119" name="Text 115"/>
          <p:cNvSpPr/>
          <p:nvPr/>
        </p:nvSpPr>
        <p:spPr>
          <a:xfrm>
            <a:off x="2551176" y="3502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720" dirty="0"/>
          </a:p>
        </p:txBody>
      </p:sp>
      <p:pic>
        <p:nvPicPr>
          <p:cNvPr id="1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895344" y="3566160"/>
            <a:ext cx="82296" cy="82296"/>
          </a:xfrm>
          <a:prstGeom prst="rect">
            <a:avLst/>
          </a:prstGeom>
        </p:spPr>
      </p:pic>
      <p:sp>
        <p:nvSpPr>
          <p:cNvPr id="121" name="Shape 116"/>
          <p:cNvSpPr/>
          <p:nvPr/>
        </p:nvSpPr>
        <p:spPr>
          <a:xfrm>
            <a:off x="4206240" y="2029968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22" name="Text 117"/>
          <p:cNvSpPr/>
          <p:nvPr/>
        </p:nvSpPr>
        <p:spPr>
          <a:xfrm>
            <a:off x="4297680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870" dirty="0"/>
          </a:p>
        </p:txBody>
      </p:sp>
      <p:sp>
        <p:nvSpPr>
          <p:cNvPr id="123" name="Text 118"/>
          <p:cNvSpPr/>
          <p:nvPr/>
        </p:nvSpPr>
        <p:spPr>
          <a:xfrm>
            <a:off x="4279392" y="22768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680" dirty="0"/>
          </a:p>
        </p:txBody>
      </p:sp>
      <p:sp>
        <p:nvSpPr>
          <p:cNvPr id="124" name="Shape 119"/>
          <p:cNvSpPr/>
          <p:nvPr/>
        </p:nvSpPr>
        <p:spPr>
          <a:xfrm>
            <a:off x="4315968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25" name="Shape 120"/>
          <p:cNvSpPr/>
          <p:nvPr/>
        </p:nvSpPr>
        <p:spPr>
          <a:xfrm>
            <a:off x="4343400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6" name="Shape 121"/>
          <p:cNvSpPr/>
          <p:nvPr/>
        </p:nvSpPr>
        <p:spPr>
          <a:xfrm>
            <a:off x="4343400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7" name="Shape 122"/>
          <p:cNvSpPr/>
          <p:nvPr/>
        </p:nvSpPr>
        <p:spPr>
          <a:xfrm>
            <a:off x="4343400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8" name="Shape 123"/>
          <p:cNvSpPr/>
          <p:nvPr/>
        </p:nvSpPr>
        <p:spPr>
          <a:xfrm>
            <a:off x="4343400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9" name="Shape 124"/>
          <p:cNvSpPr/>
          <p:nvPr/>
        </p:nvSpPr>
        <p:spPr>
          <a:xfrm>
            <a:off x="4343400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0" name="Shape 125"/>
          <p:cNvSpPr/>
          <p:nvPr/>
        </p:nvSpPr>
        <p:spPr>
          <a:xfrm>
            <a:off x="4343400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1" name="Shape 126"/>
          <p:cNvSpPr/>
          <p:nvPr/>
        </p:nvSpPr>
        <p:spPr>
          <a:xfrm>
            <a:off x="4343400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2" name="Shape 127"/>
          <p:cNvSpPr/>
          <p:nvPr/>
        </p:nvSpPr>
        <p:spPr>
          <a:xfrm>
            <a:off x="4343400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3" name="Shape 128"/>
          <p:cNvSpPr/>
          <p:nvPr/>
        </p:nvSpPr>
        <p:spPr>
          <a:xfrm>
            <a:off x="4343400" y="2916022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4" name="Shape 129"/>
          <p:cNvSpPr/>
          <p:nvPr/>
        </p:nvSpPr>
        <p:spPr>
          <a:xfrm>
            <a:off x="4343400" y="2868371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5" name="Shape 130"/>
          <p:cNvSpPr/>
          <p:nvPr/>
        </p:nvSpPr>
        <p:spPr>
          <a:xfrm>
            <a:off x="4343400" y="2820721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6" name="Shape 131"/>
          <p:cNvSpPr/>
          <p:nvPr/>
        </p:nvSpPr>
        <p:spPr>
          <a:xfrm>
            <a:off x="4343400" y="27730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7" name="Shape 132"/>
          <p:cNvSpPr/>
          <p:nvPr/>
        </p:nvSpPr>
        <p:spPr>
          <a:xfrm>
            <a:off x="4343400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8" name="Shape 133"/>
          <p:cNvSpPr/>
          <p:nvPr/>
        </p:nvSpPr>
        <p:spPr>
          <a:xfrm>
            <a:off x="4343400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39" name="Shape 134"/>
          <p:cNvSpPr/>
          <p:nvPr/>
        </p:nvSpPr>
        <p:spPr>
          <a:xfrm>
            <a:off x="4343400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0" name="Shape 135"/>
          <p:cNvSpPr/>
          <p:nvPr/>
        </p:nvSpPr>
        <p:spPr>
          <a:xfrm>
            <a:off x="4343400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1" name="Shape 136"/>
          <p:cNvSpPr/>
          <p:nvPr/>
        </p:nvSpPr>
        <p:spPr>
          <a:xfrm>
            <a:off x="4343400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2" name="Shape 137"/>
          <p:cNvSpPr/>
          <p:nvPr/>
        </p:nvSpPr>
        <p:spPr>
          <a:xfrm>
            <a:off x="4343400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3" name="Shape 138"/>
          <p:cNvSpPr/>
          <p:nvPr/>
        </p:nvSpPr>
        <p:spPr>
          <a:xfrm>
            <a:off x="4334256" y="2825953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44" name="Shape 139"/>
          <p:cNvSpPr/>
          <p:nvPr/>
        </p:nvSpPr>
        <p:spPr>
          <a:xfrm>
            <a:off x="4489704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45" name="Shape 140"/>
          <p:cNvSpPr/>
          <p:nvPr/>
        </p:nvSpPr>
        <p:spPr>
          <a:xfrm>
            <a:off x="4517136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6" name="Shape 141"/>
          <p:cNvSpPr/>
          <p:nvPr/>
        </p:nvSpPr>
        <p:spPr>
          <a:xfrm>
            <a:off x="4517136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7" name="Shape 142"/>
          <p:cNvSpPr/>
          <p:nvPr/>
        </p:nvSpPr>
        <p:spPr>
          <a:xfrm>
            <a:off x="4517136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8" name="Shape 143"/>
          <p:cNvSpPr/>
          <p:nvPr/>
        </p:nvSpPr>
        <p:spPr>
          <a:xfrm>
            <a:off x="4517136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9" name="Shape 144"/>
          <p:cNvSpPr/>
          <p:nvPr/>
        </p:nvSpPr>
        <p:spPr>
          <a:xfrm>
            <a:off x="4517136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50" name="Shape 145"/>
          <p:cNvSpPr/>
          <p:nvPr/>
        </p:nvSpPr>
        <p:spPr>
          <a:xfrm>
            <a:off x="4517136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51" name="Shape 146"/>
          <p:cNvSpPr/>
          <p:nvPr/>
        </p:nvSpPr>
        <p:spPr>
          <a:xfrm>
            <a:off x="4517136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52" name="Shape 147"/>
          <p:cNvSpPr/>
          <p:nvPr/>
        </p:nvSpPr>
        <p:spPr>
          <a:xfrm>
            <a:off x="4517136" y="2963672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3" name="Shape 148"/>
          <p:cNvSpPr/>
          <p:nvPr/>
        </p:nvSpPr>
        <p:spPr>
          <a:xfrm>
            <a:off x="4517136" y="2916022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4" name="Shape 149"/>
          <p:cNvSpPr/>
          <p:nvPr/>
        </p:nvSpPr>
        <p:spPr>
          <a:xfrm>
            <a:off x="4517136" y="2868371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5" name="Shape 150"/>
          <p:cNvSpPr/>
          <p:nvPr/>
        </p:nvSpPr>
        <p:spPr>
          <a:xfrm>
            <a:off x="4517136" y="2820721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6" name="Shape 151"/>
          <p:cNvSpPr/>
          <p:nvPr/>
        </p:nvSpPr>
        <p:spPr>
          <a:xfrm>
            <a:off x="4517136" y="27730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7" name="Shape 152"/>
          <p:cNvSpPr/>
          <p:nvPr/>
        </p:nvSpPr>
        <p:spPr>
          <a:xfrm>
            <a:off x="4517136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8" name="Shape 153"/>
          <p:cNvSpPr/>
          <p:nvPr/>
        </p:nvSpPr>
        <p:spPr>
          <a:xfrm>
            <a:off x="4517136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59" name="Shape 154"/>
          <p:cNvSpPr/>
          <p:nvPr/>
        </p:nvSpPr>
        <p:spPr>
          <a:xfrm>
            <a:off x="4517136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60" name="Shape 155"/>
          <p:cNvSpPr/>
          <p:nvPr/>
        </p:nvSpPr>
        <p:spPr>
          <a:xfrm>
            <a:off x="4517136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61" name="Shape 156"/>
          <p:cNvSpPr/>
          <p:nvPr/>
        </p:nvSpPr>
        <p:spPr>
          <a:xfrm>
            <a:off x="4517136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62" name="Shape 157"/>
          <p:cNvSpPr/>
          <p:nvPr/>
        </p:nvSpPr>
        <p:spPr>
          <a:xfrm>
            <a:off x="4517136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63" name="Shape 158"/>
          <p:cNvSpPr/>
          <p:nvPr/>
        </p:nvSpPr>
        <p:spPr>
          <a:xfrm>
            <a:off x="4507992" y="2869387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64" name="Shape 159"/>
          <p:cNvSpPr/>
          <p:nvPr/>
        </p:nvSpPr>
        <p:spPr>
          <a:xfrm>
            <a:off x="4773168" y="2523744"/>
            <a:ext cx="0" cy="777240"/>
          </a:xfrm>
          <a:prstGeom prst="line">
            <a:avLst/>
          </a:prstGeom>
          <a:noFill/>
          <a:ln w="25400">
            <a:solidFill>
              <a:srgbClr val="353D49"/>
            </a:solidFill>
            <a:prstDash val="solid"/>
          </a:ln>
        </p:spPr>
      </p:sp>
      <p:sp>
        <p:nvSpPr>
          <p:cNvPr id="165" name="Shape 160"/>
          <p:cNvSpPr/>
          <p:nvPr/>
        </p:nvSpPr>
        <p:spPr>
          <a:xfrm>
            <a:off x="4700016" y="2916022"/>
            <a:ext cx="146304" cy="146304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6" name="Shape 161"/>
          <p:cNvSpPr/>
          <p:nvPr/>
        </p:nvSpPr>
        <p:spPr>
          <a:xfrm>
            <a:off x="5330952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67" name="Text 162"/>
          <p:cNvSpPr/>
          <p:nvPr/>
        </p:nvSpPr>
        <p:spPr>
          <a:xfrm>
            <a:off x="5404104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720" dirty="0"/>
          </a:p>
        </p:txBody>
      </p:sp>
      <p:sp>
        <p:nvSpPr>
          <p:cNvPr id="168" name="Shape 163"/>
          <p:cNvSpPr/>
          <p:nvPr/>
        </p:nvSpPr>
        <p:spPr>
          <a:xfrm>
            <a:off x="5550408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69" name="Text 164"/>
          <p:cNvSpPr/>
          <p:nvPr/>
        </p:nvSpPr>
        <p:spPr>
          <a:xfrm>
            <a:off x="5623560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20" dirty="0"/>
          </a:p>
        </p:txBody>
      </p:sp>
      <p:sp>
        <p:nvSpPr>
          <p:cNvPr id="170" name="Shape 165"/>
          <p:cNvSpPr/>
          <p:nvPr/>
        </p:nvSpPr>
        <p:spPr>
          <a:xfrm>
            <a:off x="5330952" y="2798064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71" name="Text 166"/>
          <p:cNvSpPr/>
          <p:nvPr/>
        </p:nvSpPr>
        <p:spPr>
          <a:xfrm>
            <a:off x="5404104" y="281178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650" dirty="0"/>
          </a:p>
        </p:txBody>
      </p:sp>
      <p:sp>
        <p:nvSpPr>
          <p:cNvPr id="172" name="Text 167"/>
          <p:cNvSpPr/>
          <p:nvPr/>
        </p:nvSpPr>
        <p:spPr>
          <a:xfrm>
            <a:off x="5330952" y="3081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-38 dB</a:t>
            </a:r>
            <a:endParaRPr lang="en-US" sz="680" dirty="0"/>
          </a:p>
        </p:txBody>
      </p:sp>
      <p:sp>
        <p:nvSpPr>
          <p:cNvPr id="173" name="Shape 168"/>
          <p:cNvSpPr/>
          <p:nvPr/>
        </p:nvSpPr>
        <p:spPr>
          <a:xfrm>
            <a:off x="4279392" y="3447288"/>
            <a:ext cx="145389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174" name="Text 169"/>
          <p:cNvSpPr/>
          <p:nvPr/>
        </p:nvSpPr>
        <p:spPr>
          <a:xfrm>
            <a:off x="4279392" y="3502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 off</a:t>
            </a:r>
            <a:endParaRPr lang="en-US" sz="720" dirty="0"/>
          </a:p>
        </p:txBody>
      </p:sp>
      <p:pic>
        <p:nvPicPr>
          <p:cNvPr id="17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623560" y="3566160"/>
            <a:ext cx="82296" cy="82296"/>
          </a:xfrm>
          <a:prstGeom prst="rect">
            <a:avLst/>
          </a:prstGeom>
        </p:spPr>
      </p:pic>
      <p:sp>
        <p:nvSpPr>
          <p:cNvPr id="176" name="Shape 170"/>
          <p:cNvSpPr/>
          <p:nvPr/>
        </p:nvSpPr>
        <p:spPr>
          <a:xfrm>
            <a:off x="5934456" y="2029968"/>
            <a:ext cx="1600200" cy="1828800"/>
          </a:xfrm>
          <a:prstGeom prst="roundRect">
            <a:avLst>
              <a:gd name="adj" fmla="val 4571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77" name="Text 171"/>
          <p:cNvSpPr/>
          <p:nvPr/>
        </p:nvSpPr>
        <p:spPr>
          <a:xfrm>
            <a:off x="6025896" y="208483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870" dirty="0"/>
          </a:p>
        </p:txBody>
      </p:sp>
      <p:sp>
        <p:nvSpPr>
          <p:cNvPr id="178" name="Text 172"/>
          <p:cNvSpPr/>
          <p:nvPr/>
        </p:nvSpPr>
        <p:spPr>
          <a:xfrm>
            <a:off x="6007608" y="2276856"/>
            <a:ext cx="14538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680" dirty="0"/>
          </a:p>
        </p:txBody>
      </p:sp>
      <p:sp>
        <p:nvSpPr>
          <p:cNvPr id="179" name="Shape 173"/>
          <p:cNvSpPr/>
          <p:nvPr/>
        </p:nvSpPr>
        <p:spPr>
          <a:xfrm>
            <a:off x="6044184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80" name="Shape 174"/>
          <p:cNvSpPr/>
          <p:nvPr/>
        </p:nvSpPr>
        <p:spPr>
          <a:xfrm>
            <a:off x="6071616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1" name="Shape 175"/>
          <p:cNvSpPr/>
          <p:nvPr/>
        </p:nvSpPr>
        <p:spPr>
          <a:xfrm>
            <a:off x="6071616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2" name="Shape 176"/>
          <p:cNvSpPr/>
          <p:nvPr/>
        </p:nvSpPr>
        <p:spPr>
          <a:xfrm>
            <a:off x="6071616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3" name="Shape 177"/>
          <p:cNvSpPr/>
          <p:nvPr/>
        </p:nvSpPr>
        <p:spPr>
          <a:xfrm>
            <a:off x="6071616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4" name="Shape 178"/>
          <p:cNvSpPr/>
          <p:nvPr/>
        </p:nvSpPr>
        <p:spPr>
          <a:xfrm>
            <a:off x="6071616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5" name="Shape 179"/>
          <p:cNvSpPr/>
          <p:nvPr/>
        </p:nvSpPr>
        <p:spPr>
          <a:xfrm>
            <a:off x="6071616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6" name="Shape 180"/>
          <p:cNvSpPr/>
          <p:nvPr/>
        </p:nvSpPr>
        <p:spPr>
          <a:xfrm>
            <a:off x="6071616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7" name="Shape 181"/>
          <p:cNvSpPr/>
          <p:nvPr/>
        </p:nvSpPr>
        <p:spPr>
          <a:xfrm>
            <a:off x="6071616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8" name="Shape 182"/>
          <p:cNvSpPr/>
          <p:nvPr/>
        </p:nvSpPr>
        <p:spPr>
          <a:xfrm>
            <a:off x="6071616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9" name="Shape 183"/>
          <p:cNvSpPr/>
          <p:nvPr/>
        </p:nvSpPr>
        <p:spPr>
          <a:xfrm>
            <a:off x="6071616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0" name="Shape 184"/>
          <p:cNvSpPr/>
          <p:nvPr/>
        </p:nvSpPr>
        <p:spPr>
          <a:xfrm>
            <a:off x="6071616" y="282072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1" name="Shape 185"/>
          <p:cNvSpPr/>
          <p:nvPr/>
        </p:nvSpPr>
        <p:spPr>
          <a:xfrm>
            <a:off x="6071616" y="2773070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2" name="Shape 186"/>
          <p:cNvSpPr/>
          <p:nvPr/>
        </p:nvSpPr>
        <p:spPr>
          <a:xfrm>
            <a:off x="6071616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3" name="Shape 187"/>
          <p:cNvSpPr/>
          <p:nvPr/>
        </p:nvSpPr>
        <p:spPr>
          <a:xfrm>
            <a:off x="6071616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4" name="Shape 188"/>
          <p:cNvSpPr/>
          <p:nvPr/>
        </p:nvSpPr>
        <p:spPr>
          <a:xfrm>
            <a:off x="6071616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5" name="Shape 189"/>
          <p:cNvSpPr/>
          <p:nvPr/>
        </p:nvSpPr>
        <p:spPr>
          <a:xfrm>
            <a:off x="6071616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6" name="Shape 190"/>
          <p:cNvSpPr/>
          <p:nvPr/>
        </p:nvSpPr>
        <p:spPr>
          <a:xfrm>
            <a:off x="6071616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7" name="Shape 191"/>
          <p:cNvSpPr/>
          <p:nvPr/>
        </p:nvSpPr>
        <p:spPr>
          <a:xfrm>
            <a:off x="6071616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8" name="Shape 192"/>
          <p:cNvSpPr/>
          <p:nvPr/>
        </p:nvSpPr>
        <p:spPr>
          <a:xfrm>
            <a:off x="6062472" y="2634844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99" name="Shape 193"/>
          <p:cNvSpPr/>
          <p:nvPr/>
        </p:nvSpPr>
        <p:spPr>
          <a:xfrm>
            <a:off x="6217920" y="2487168"/>
            <a:ext cx="137160" cy="868680"/>
          </a:xfrm>
          <a:prstGeom prst="roundRect">
            <a:avLst>
              <a:gd name="adj" fmla="val 26667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00" name="Shape 194"/>
          <p:cNvSpPr/>
          <p:nvPr/>
        </p:nvSpPr>
        <p:spPr>
          <a:xfrm>
            <a:off x="6245352" y="3297225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1" name="Shape 195"/>
          <p:cNvSpPr/>
          <p:nvPr/>
        </p:nvSpPr>
        <p:spPr>
          <a:xfrm>
            <a:off x="6245352" y="32495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2" name="Shape 196"/>
          <p:cNvSpPr/>
          <p:nvPr/>
        </p:nvSpPr>
        <p:spPr>
          <a:xfrm>
            <a:off x="6245352" y="320192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3" name="Shape 197"/>
          <p:cNvSpPr/>
          <p:nvPr/>
        </p:nvSpPr>
        <p:spPr>
          <a:xfrm>
            <a:off x="6245352" y="3154274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4" name="Shape 198"/>
          <p:cNvSpPr/>
          <p:nvPr/>
        </p:nvSpPr>
        <p:spPr>
          <a:xfrm>
            <a:off x="6245352" y="310662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5" name="Shape 199"/>
          <p:cNvSpPr/>
          <p:nvPr/>
        </p:nvSpPr>
        <p:spPr>
          <a:xfrm>
            <a:off x="6245352" y="3058973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6" name="Shape 200"/>
          <p:cNvSpPr/>
          <p:nvPr/>
        </p:nvSpPr>
        <p:spPr>
          <a:xfrm>
            <a:off x="6245352" y="30113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7" name="Shape 201"/>
          <p:cNvSpPr/>
          <p:nvPr/>
        </p:nvSpPr>
        <p:spPr>
          <a:xfrm>
            <a:off x="6245352" y="296367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8" name="Shape 202"/>
          <p:cNvSpPr/>
          <p:nvPr/>
        </p:nvSpPr>
        <p:spPr>
          <a:xfrm>
            <a:off x="6245352" y="2916022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09" name="Shape 203"/>
          <p:cNvSpPr/>
          <p:nvPr/>
        </p:nvSpPr>
        <p:spPr>
          <a:xfrm>
            <a:off x="6245352" y="286837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0" name="Shape 204"/>
          <p:cNvSpPr/>
          <p:nvPr/>
        </p:nvSpPr>
        <p:spPr>
          <a:xfrm>
            <a:off x="6245352" y="2820721"/>
            <a:ext cx="82296" cy="36678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1" name="Shape 205"/>
          <p:cNvSpPr/>
          <p:nvPr/>
        </p:nvSpPr>
        <p:spPr>
          <a:xfrm>
            <a:off x="6245352" y="27730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2" name="Shape 206"/>
          <p:cNvSpPr/>
          <p:nvPr/>
        </p:nvSpPr>
        <p:spPr>
          <a:xfrm>
            <a:off x="6245352" y="272542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3" name="Shape 207"/>
          <p:cNvSpPr/>
          <p:nvPr/>
        </p:nvSpPr>
        <p:spPr>
          <a:xfrm>
            <a:off x="6245352" y="2677770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4" name="Shape 208"/>
          <p:cNvSpPr/>
          <p:nvPr/>
        </p:nvSpPr>
        <p:spPr>
          <a:xfrm>
            <a:off x="6245352" y="263011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5" name="Shape 209"/>
          <p:cNvSpPr/>
          <p:nvPr/>
        </p:nvSpPr>
        <p:spPr>
          <a:xfrm>
            <a:off x="6245352" y="2582469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6" name="Shape 210"/>
          <p:cNvSpPr/>
          <p:nvPr/>
        </p:nvSpPr>
        <p:spPr>
          <a:xfrm>
            <a:off x="6245352" y="253481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7" name="Shape 211"/>
          <p:cNvSpPr/>
          <p:nvPr/>
        </p:nvSpPr>
        <p:spPr>
          <a:xfrm>
            <a:off x="6245352" y="2487168"/>
            <a:ext cx="82296" cy="36678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18" name="Shape 212"/>
          <p:cNvSpPr/>
          <p:nvPr/>
        </p:nvSpPr>
        <p:spPr>
          <a:xfrm>
            <a:off x="6236208" y="2678278"/>
            <a:ext cx="10058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19" name="Shape 213"/>
          <p:cNvSpPr/>
          <p:nvPr/>
        </p:nvSpPr>
        <p:spPr>
          <a:xfrm>
            <a:off x="6501384" y="2523744"/>
            <a:ext cx="0" cy="777240"/>
          </a:xfrm>
          <a:prstGeom prst="line">
            <a:avLst/>
          </a:prstGeom>
          <a:noFill/>
          <a:ln w="25400">
            <a:solidFill>
              <a:srgbClr val="353D49"/>
            </a:solidFill>
            <a:prstDash val="solid"/>
          </a:ln>
        </p:spPr>
      </p:sp>
      <p:sp>
        <p:nvSpPr>
          <p:cNvPr id="220" name="Shape 214"/>
          <p:cNvSpPr/>
          <p:nvPr/>
        </p:nvSpPr>
        <p:spPr>
          <a:xfrm>
            <a:off x="6428232" y="2845613"/>
            <a:ext cx="146304" cy="146304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21" name="Shape 215"/>
          <p:cNvSpPr/>
          <p:nvPr/>
        </p:nvSpPr>
        <p:spPr>
          <a:xfrm>
            <a:off x="7059168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22" name="Text 216"/>
          <p:cNvSpPr/>
          <p:nvPr/>
        </p:nvSpPr>
        <p:spPr>
          <a:xfrm>
            <a:off x="7132320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720" dirty="0"/>
          </a:p>
        </p:txBody>
      </p:sp>
      <p:sp>
        <p:nvSpPr>
          <p:cNvPr id="223" name="Shape 217"/>
          <p:cNvSpPr/>
          <p:nvPr/>
        </p:nvSpPr>
        <p:spPr>
          <a:xfrm>
            <a:off x="7278624" y="2542032"/>
            <a:ext cx="182880" cy="201168"/>
          </a:xfrm>
          <a:prstGeom prst="roundRect">
            <a:avLst>
              <a:gd name="adj" fmla="val 40000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24" name="Text 218"/>
          <p:cNvSpPr/>
          <p:nvPr/>
        </p:nvSpPr>
        <p:spPr>
          <a:xfrm>
            <a:off x="7351776" y="2555748"/>
            <a:ext cx="365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720" dirty="0"/>
          </a:p>
        </p:txBody>
      </p:sp>
      <p:sp>
        <p:nvSpPr>
          <p:cNvPr id="225" name="Shape 219"/>
          <p:cNvSpPr/>
          <p:nvPr/>
        </p:nvSpPr>
        <p:spPr>
          <a:xfrm>
            <a:off x="7059168" y="2798064"/>
            <a:ext cx="402336" cy="201168"/>
          </a:xfrm>
          <a:prstGeom prst="roundRect">
            <a:avLst>
              <a:gd name="adj" fmla="val 3636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26" name="Text 220"/>
          <p:cNvSpPr/>
          <p:nvPr/>
        </p:nvSpPr>
        <p:spPr>
          <a:xfrm>
            <a:off x="7132320" y="2811780"/>
            <a:ext cx="2560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650" dirty="0"/>
          </a:p>
        </p:txBody>
      </p:sp>
      <p:sp>
        <p:nvSpPr>
          <p:cNvPr id="227" name="Text 221"/>
          <p:cNvSpPr/>
          <p:nvPr/>
        </p:nvSpPr>
        <p:spPr>
          <a:xfrm>
            <a:off x="7059168" y="3081528"/>
            <a:ext cx="4023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-16 dB</a:t>
            </a:r>
            <a:endParaRPr lang="en-US" sz="680" dirty="0"/>
          </a:p>
        </p:txBody>
      </p:sp>
      <p:sp>
        <p:nvSpPr>
          <p:cNvPr id="228" name="Shape 222"/>
          <p:cNvSpPr/>
          <p:nvPr/>
        </p:nvSpPr>
        <p:spPr>
          <a:xfrm>
            <a:off x="6007608" y="3447288"/>
            <a:ext cx="145389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229" name="Text 223"/>
          <p:cNvSpPr/>
          <p:nvPr/>
        </p:nvSpPr>
        <p:spPr>
          <a:xfrm>
            <a:off x="6007608" y="3502152"/>
            <a:ext cx="1344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720" dirty="0"/>
          </a:p>
        </p:txBody>
      </p:sp>
      <p:pic>
        <p:nvPicPr>
          <p:cNvPr id="23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351776" y="3566160"/>
            <a:ext cx="82296" cy="82296"/>
          </a:xfrm>
          <a:prstGeom prst="rect">
            <a:avLst/>
          </a:prstGeom>
        </p:spPr>
      </p:pic>
      <p:sp>
        <p:nvSpPr>
          <p:cNvPr id="231" name="Shape 224"/>
          <p:cNvSpPr/>
          <p:nvPr/>
        </p:nvSpPr>
        <p:spPr>
          <a:xfrm>
            <a:off x="8732520" y="1508760"/>
            <a:ext cx="2880360" cy="4553712"/>
          </a:xfrm>
          <a:prstGeom prst="roundRect">
            <a:avLst>
              <a:gd name="adj" fmla="val 4444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232" name="Text 225"/>
          <p:cNvSpPr/>
          <p:nvPr/>
        </p:nvSpPr>
        <p:spPr>
          <a:xfrm>
            <a:off x="8979408" y="177393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quick view</a:t>
            </a:r>
            <a:endParaRPr lang="en-US" sz="1200" dirty="0"/>
          </a:p>
        </p:txBody>
      </p:sp>
      <p:sp>
        <p:nvSpPr>
          <p:cNvPr id="233" name="Shape 226"/>
          <p:cNvSpPr/>
          <p:nvPr/>
        </p:nvSpPr>
        <p:spPr>
          <a:xfrm>
            <a:off x="8979408" y="2221992"/>
            <a:ext cx="713232" cy="237744"/>
          </a:xfrm>
          <a:prstGeom prst="roundRect">
            <a:avLst>
              <a:gd name="adj" fmla="val 30769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pic>
        <p:nvPicPr>
          <p:cNvPr id="23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52560" y="2281428"/>
            <a:ext cx="109728" cy="109728"/>
          </a:xfrm>
          <a:prstGeom prst="rect">
            <a:avLst/>
          </a:prstGeom>
        </p:spPr>
      </p:pic>
      <p:sp>
        <p:nvSpPr>
          <p:cNvPr id="235" name="Text 227"/>
          <p:cNvSpPr/>
          <p:nvPr/>
        </p:nvSpPr>
        <p:spPr>
          <a:xfrm>
            <a:off x="9208008" y="2235708"/>
            <a:ext cx="42976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5D39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 XRUN</a:t>
            </a:r>
            <a:endParaRPr lang="en-US" sz="720" dirty="0"/>
          </a:p>
        </p:txBody>
      </p:sp>
      <p:sp>
        <p:nvSpPr>
          <p:cNvPr id="236" name="Text 228"/>
          <p:cNvSpPr/>
          <p:nvPr/>
        </p:nvSpPr>
        <p:spPr>
          <a:xfrm>
            <a:off x="8979408" y="267004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Rate</a:t>
            </a:r>
            <a:endParaRPr lang="en-US" sz="800" dirty="0"/>
          </a:p>
        </p:txBody>
      </p:sp>
      <p:sp>
        <p:nvSpPr>
          <p:cNvPr id="237" name="Shape 229"/>
          <p:cNvSpPr/>
          <p:nvPr/>
        </p:nvSpPr>
        <p:spPr>
          <a:xfrm>
            <a:off x="9665208" y="2670048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38" name="Text 230"/>
          <p:cNvSpPr/>
          <p:nvPr/>
        </p:nvSpPr>
        <p:spPr>
          <a:xfrm>
            <a:off x="9747504" y="2670048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48 kHz</a:t>
            </a:r>
            <a:endParaRPr lang="en-US" sz="800" dirty="0"/>
          </a:p>
        </p:txBody>
      </p:sp>
      <p:sp>
        <p:nvSpPr>
          <p:cNvPr id="239" name="Text 231"/>
          <p:cNvSpPr/>
          <p:nvPr/>
        </p:nvSpPr>
        <p:spPr>
          <a:xfrm>
            <a:off x="8979408" y="3017520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Block</a:t>
            </a:r>
            <a:endParaRPr lang="en-US" sz="800" dirty="0"/>
          </a:p>
        </p:txBody>
      </p:sp>
      <p:sp>
        <p:nvSpPr>
          <p:cNvPr id="240" name="Shape 232"/>
          <p:cNvSpPr/>
          <p:nvPr/>
        </p:nvSpPr>
        <p:spPr>
          <a:xfrm>
            <a:off x="9665208" y="3017520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41" name="Text 233"/>
          <p:cNvSpPr/>
          <p:nvPr/>
        </p:nvSpPr>
        <p:spPr>
          <a:xfrm>
            <a:off x="9747504" y="3017520"/>
            <a:ext cx="1527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256</a:t>
            </a:r>
            <a:endParaRPr lang="en-US" sz="800" dirty="0"/>
          </a:p>
        </p:txBody>
      </p:sp>
      <p:sp>
        <p:nvSpPr>
          <p:cNvPr id="242" name="Text 234"/>
          <p:cNvSpPr/>
          <p:nvPr/>
        </p:nvSpPr>
        <p:spPr>
          <a:xfrm>
            <a:off x="8979408" y="3364992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Latency</a:t>
            </a:r>
            <a:endParaRPr lang="en-US" sz="800" dirty="0"/>
          </a:p>
        </p:txBody>
      </p:sp>
      <p:sp>
        <p:nvSpPr>
          <p:cNvPr id="243" name="Shape 235"/>
          <p:cNvSpPr/>
          <p:nvPr/>
        </p:nvSpPr>
        <p:spPr>
          <a:xfrm>
            <a:off x="9665208" y="3364992"/>
            <a:ext cx="1664208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44" name="Text 236"/>
          <p:cNvSpPr/>
          <p:nvPr/>
        </p:nvSpPr>
        <p:spPr>
          <a:xfrm>
            <a:off x="9747504" y="3364992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12.4</a:t>
            </a:r>
            <a:endParaRPr lang="en-US" sz="800" dirty="0"/>
          </a:p>
        </p:txBody>
      </p:sp>
      <p:sp>
        <p:nvSpPr>
          <p:cNvPr id="245" name="Text 237"/>
          <p:cNvSpPr/>
          <p:nvPr/>
        </p:nvSpPr>
        <p:spPr>
          <a:xfrm>
            <a:off x="11018520" y="3364992"/>
            <a:ext cx="274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4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ms</a:t>
            </a:r>
            <a:endParaRPr lang="en-US" sz="740" dirty="0"/>
          </a:p>
        </p:txBody>
      </p:sp>
      <p:sp>
        <p:nvSpPr>
          <p:cNvPr id="246" name="Text 238"/>
          <p:cNvSpPr/>
          <p:nvPr/>
        </p:nvSpPr>
        <p:spPr>
          <a:xfrm>
            <a:off x="8979408" y="382219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Routing</a:t>
            </a:r>
            <a:endParaRPr lang="en-US" sz="960" dirty="0"/>
          </a:p>
        </p:txBody>
      </p:sp>
      <p:sp>
        <p:nvSpPr>
          <p:cNvPr id="247" name="Shape 239"/>
          <p:cNvSpPr/>
          <p:nvPr/>
        </p:nvSpPr>
        <p:spPr>
          <a:xfrm>
            <a:off x="8942832" y="4096512"/>
            <a:ext cx="2395728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48" name="Shape 240"/>
          <p:cNvSpPr/>
          <p:nvPr/>
        </p:nvSpPr>
        <p:spPr>
          <a:xfrm>
            <a:off x="9025128" y="4206240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49" name="Text 241"/>
          <p:cNvSpPr/>
          <p:nvPr/>
        </p:nvSpPr>
        <p:spPr>
          <a:xfrm>
            <a:off x="9208008" y="4096512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900" dirty="0"/>
          </a:p>
        </p:txBody>
      </p:sp>
      <p:sp>
        <p:nvSpPr>
          <p:cNvPr id="250" name="Shape 242"/>
          <p:cNvSpPr/>
          <p:nvPr/>
        </p:nvSpPr>
        <p:spPr>
          <a:xfrm>
            <a:off x="9025128" y="4517136"/>
            <a:ext cx="73152" cy="7315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251" name="Text 243"/>
          <p:cNvSpPr/>
          <p:nvPr/>
        </p:nvSpPr>
        <p:spPr>
          <a:xfrm>
            <a:off x="9208008" y="4407408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</a:t>
            </a:r>
            <a:endParaRPr lang="en-US" sz="900" dirty="0"/>
          </a:p>
        </p:txBody>
      </p:sp>
      <p:sp>
        <p:nvSpPr>
          <p:cNvPr id="252" name="Shape 244"/>
          <p:cNvSpPr/>
          <p:nvPr/>
        </p:nvSpPr>
        <p:spPr>
          <a:xfrm>
            <a:off x="9025128" y="4828032"/>
            <a:ext cx="73152" cy="73152"/>
          </a:xfrm>
          <a:prstGeom prst="ellipse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sp>
        <p:nvSpPr>
          <p:cNvPr id="253" name="Text 245"/>
          <p:cNvSpPr/>
          <p:nvPr/>
        </p:nvSpPr>
        <p:spPr>
          <a:xfrm>
            <a:off x="9208008" y="4718304"/>
            <a:ext cx="20208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Monitor</a:t>
            </a:r>
            <a:endParaRPr lang="en-US" sz="900" dirty="0"/>
          </a:p>
        </p:txBody>
      </p:sp>
      <p:sp>
        <p:nvSpPr>
          <p:cNvPr id="254" name="Text 246"/>
          <p:cNvSpPr/>
          <p:nvPr/>
        </p:nvSpPr>
        <p:spPr>
          <a:xfrm>
            <a:off x="8979408" y="5285232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Meters 30–60 Hz · labels et panels 10–15 Hz maximum</a:t>
            </a:r>
            <a:endParaRPr lang="en-US" sz="840" dirty="0"/>
          </a:p>
        </p:txBody>
      </p:sp>
      <p:sp>
        <p:nvSpPr>
          <p:cNvPr id="255" name="Text 247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Live et recording : des états impossibles à confondre.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Chaque destination est indépendante. Une panne réseau ne doit pas masquer un recording sain.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6583680" cy="4480560"/>
          </a:xfrm>
          <a:prstGeom prst="roundRect">
            <a:avLst>
              <a:gd name="adj" fmla="val 2857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96112" y="2267712"/>
            <a:ext cx="6080760" cy="749808"/>
          </a:xfrm>
          <a:prstGeom prst="roundRect">
            <a:avLst>
              <a:gd name="adj" fmla="val 121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7280" y="2523744"/>
            <a:ext cx="164592" cy="1645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39572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Twitch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417320" y="265176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Live · 00:12:48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6089904" y="2551176"/>
            <a:ext cx="118872" cy="11887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83680" y="2560320"/>
            <a:ext cx="100584" cy="10058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896112" y="3227832"/>
            <a:ext cx="6080760" cy="749808"/>
          </a:xfrm>
          <a:prstGeom prst="roundRect">
            <a:avLst>
              <a:gd name="adj" fmla="val 121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7280" y="3483864"/>
            <a:ext cx="164592" cy="1645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417320" y="335584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1417320" y="36118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Reconnecting · 2/5</a:t>
            </a:r>
            <a:endParaRPr lang="en-US" sz="800" dirty="0"/>
          </a:p>
        </p:txBody>
      </p:sp>
      <p:sp>
        <p:nvSpPr>
          <p:cNvPr id="20" name="Shape 15"/>
          <p:cNvSpPr/>
          <p:nvPr/>
        </p:nvSpPr>
        <p:spPr>
          <a:xfrm>
            <a:off x="6089904" y="3511296"/>
            <a:ext cx="118872" cy="118872"/>
          </a:xfrm>
          <a:prstGeom prst="ellipse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83680" y="3520440"/>
            <a:ext cx="100584" cy="100584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896112" y="4187952"/>
            <a:ext cx="6080760" cy="749808"/>
          </a:xfrm>
          <a:prstGeom prst="roundRect">
            <a:avLst>
              <a:gd name="adj" fmla="val 1219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97280" y="4443984"/>
            <a:ext cx="164592" cy="16459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31596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recording</a:t>
            </a:r>
            <a:endParaRPr lang="en-US" sz="1000" dirty="0"/>
          </a:p>
        </p:txBody>
      </p:sp>
      <p:sp>
        <p:nvSpPr>
          <p:cNvPr id="25" name="Text 18"/>
          <p:cNvSpPr/>
          <p:nvPr/>
        </p:nvSpPr>
        <p:spPr>
          <a:xfrm>
            <a:off x="1417320" y="457200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Recording · 8.2 GB</a:t>
            </a:r>
            <a:endParaRPr lang="en-US" sz="800" dirty="0"/>
          </a:p>
        </p:txBody>
      </p:sp>
      <p:sp>
        <p:nvSpPr>
          <p:cNvPr id="26" name="Shape 19"/>
          <p:cNvSpPr/>
          <p:nvPr/>
        </p:nvSpPr>
        <p:spPr>
          <a:xfrm>
            <a:off x="6089904" y="4471416"/>
            <a:ext cx="118872" cy="11887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83680" y="4480560"/>
            <a:ext cx="100584" cy="100584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896112" y="53949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30131A"/>
          </a:solidFill>
          <a:ln w="8890">
            <a:solidFill>
              <a:srgbClr val="FF4D6D"/>
            </a:solidFill>
            <a:prstDash val="solid"/>
          </a:ln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87552" y="5486400"/>
            <a:ext cx="128016" cy="128016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161288" y="5394960"/>
            <a:ext cx="6583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Stop all</a:t>
            </a:r>
            <a:endParaRPr lang="en-US" sz="800" dirty="0"/>
          </a:p>
        </p:txBody>
      </p:sp>
      <p:sp>
        <p:nvSpPr>
          <p:cNvPr id="31" name="Shape 22"/>
          <p:cNvSpPr/>
          <p:nvPr/>
        </p:nvSpPr>
        <p:spPr>
          <a:xfrm>
            <a:off x="2048256" y="539496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20252D"/>
            </a:solidFill>
            <a:prstDash val="solid"/>
          </a:ln>
        </p:spPr>
      </p:sp>
      <p:pic>
        <p:nvPicPr>
          <p:cNvPr id="32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139696" y="5486400"/>
            <a:ext cx="128016" cy="128016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2313432" y="5394960"/>
            <a:ext cx="10698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diagnostics</a:t>
            </a:r>
            <a:endParaRPr lang="en-US" sz="800" dirty="0"/>
          </a:p>
        </p:txBody>
      </p:sp>
      <p:sp>
        <p:nvSpPr>
          <p:cNvPr id="34" name="Shape 24"/>
          <p:cNvSpPr/>
          <p:nvPr/>
        </p:nvSpPr>
        <p:spPr>
          <a:xfrm>
            <a:off x="7543800" y="1572768"/>
            <a:ext cx="4069080" cy="4480560"/>
          </a:xfrm>
          <a:prstGeom prst="roundRect">
            <a:avLst>
              <a:gd name="adj" fmla="val 3146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7799832" y="18105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États UI</a:t>
            </a:r>
            <a:endParaRPr lang="en-US" sz="1200" dirty="0"/>
          </a:p>
        </p:txBody>
      </p:sp>
      <p:sp>
        <p:nvSpPr>
          <p:cNvPr id="36" name="Shape 26"/>
          <p:cNvSpPr/>
          <p:nvPr/>
        </p:nvSpPr>
        <p:spPr>
          <a:xfrm>
            <a:off x="7818120" y="2340864"/>
            <a:ext cx="109728" cy="109728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37" name="Text 27"/>
          <p:cNvSpPr/>
          <p:nvPr/>
        </p:nvSpPr>
        <p:spPr>
          <a:xfrm>
            <a:off x="8065008" y="224028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Connected</a:t>
            </a:r>
            <a:endParaRPr lang="en-US" sz="950" dirty="0"/>
          </a:p>
        </p:txBody>
      </p:sp>
      <p:sp>
        <p:nvSpPr>
          <p:cNvPr id="38" name="Text 28"/>
          <p:cNvSpPr/>
          <p:nvPr/>
        </p:nvSpPr>
        <p:spPr>
          <a:xfrm>
            <a:off x="9189720" y="224028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Stable. Aucun bruit visuel.</a:t>
            </a:r>
            <a:endParaRPr lang="en-US" sz="820" dirty="0"/>
          </a:p>
        </p:txBody>
      </p:sp>
      <p:sp>
        <p:nvSpPr>
          <p:cNvPr id="39" name="Shape 29"/>
          <p:cNvSpPr/>
          <p:nvPr/>
        </p:nvSpPr>
        <p:spPr>
          <a:xfrm>
            <a:off x="7818120" y="3136392"/>
            <a:ext cx="109728" cy="109728"/>
          </a:xfrm>
          <a:prstGeom prst="ellipse">
            <a:avLst/>
          </a:prstGeom>
          <a:solidFill>
            <a:srgbClr val="F5B85C"/>
          </a:solidFill>
          <a:ln w="12700">
            <a:solidFill>
              <a:srgbClr val="F5B85C">
                <a:alpha val="0"/>
              </a:srgbClr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8065008" y="30358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Recovering</a:t>
            </a:r>
            <a:endParaRPr lang="en-US" sz="950" dirty="0"/>
          </a:p>
        </p:txBody>
      </p:sp>
      <p:sp>
        <p:nvSpPr>
          <p:cNvPr id="41" name="Text 31"/>
          <p:cNvSpPr/>
          <p:nvPr/>
        </p:nvSpPr>
        <p:spPr>
          <a:xfrm>
            <a:off x="9189720" y="3035808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Action automatique + countdown.</a:t>
            </a:r>
            <a:endParaRPr lang="en-US" sz="820" dirty="0"/>
          </a:p>
        </p:txBody>
      </p:sp>
      <p:sp>
        <p:nvSpPr>
          <p:cNvPr id="42" name="Shape 32"/>
          <p:cNvSpPr/>
          <p:nvPr/>
        </p:nvSpPr>
        <p:spPr>
          <a:xfrm>
            <a:off x="7818120" y="3931920"/>
            <a:ext cx="109728" cy="10972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43" name="Text 33"/>
          <p:cNvSpPr/>
          <p:nvPr/>
        </p:nvSpPr>
        <p:spPr>
          <a:xfrm>
            <a:off x="8065008" y="383133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</a:t>
            </a:r>
            <a:endParaRPr lang="en-US" sz="950" dirty="0"/>
          </a:p>
        </p:txBody>
      </p:sp>
      <p:sp>
        <p:nvSpPr>
          <p:cNvPr id="44" name="Text 34"/>
          <p:cNvSpPr/>
          <p:nvPr/>
        </p:nvSpPr>
        <p:spPr>
          <a:xfrm>
            <a:off x="9189720" y="3831336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Cause claire + action recommandée.</a:t>
            </a:r>
            <a:endParaRPr lang="en-US" sz="820" dirty="0"/>
          </a:p>
        </p:txBody>
      </p:sp>
      <p:sp>
        <p:nvSpPr>
          <p:cNvPr id="45" name="Shape 35"/>
          <p:cNvSpPr/>
          <p:nvPr/>
        </p:nvSpPr>
        <p:spPr>
          <a:xfrm>
            <a:off x="7818120" y="4727448"/>
            <a:ext cx="109728" cy="109728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46" name="Text 36"/>
          <p:cNvSpPr/>
          <p:nvPr/>
        </p:nvSpPr>
        <p:spPr>
          <a:xfrm>
            <a:off x="8065008" y="462686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Recording</a:t>
            </a:r>
            <a:endParaRPr lang="en-US" sz="950" dirty="0"/>
          </a:p>
        </p:txBody>
      </p:sp>
      <p:sp>
        <p:nvSpPr>
          <p:cNvPr id="47" name="Text 37"/>
          <p:cNvSpPr/>
          <p:nvPr/>
        </p:nvSpPr>
        <p:spPr>
          <a:xfrm>
            <a:off x="9189720" y="4626864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Timer et destination toujours visibles.</a:t>
            </a:r>
            <a:endParaRPr lang="en-US" sz="820" dirty="0"/>
          </a:p>
        </p:txBody>
      </p:sp>
      <p:sp>
        <p:nvSpPr>
          <p:cNvPr id="48" name="Text 38"/>
          <p:cNvSpPr/>
          <p:nvPr/>
        </p:nvSpPr>
        <p:spPr>
          <a:xfrm>
            <a:off x="7818120" y="5394960"/>
            <a:ext cx="3246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7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Aucune confirmation destructive ne doit apparaître comme une simple toast.</a:t>
            </a:r>
            <a:endParaRPr lang="en-US" sz="870" dirty="0"/>
          </a:p>
        </p:txBody>
      </p:sp>
      <p:sp>
        <p:nvSpPr>
          <p:cNvPr id="49" name="Text 39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 SURFACE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Command palette et IA : une couche rapide, pas le produit entier.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Ouverture instantanée, recherche globale, actions contextuelles et “Ask Mirae” au même endroit.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74720" y="1417320"/>
            <a:ext cx="5303520" cy="4389120"/>
          </a:xfrm>
          <a:prstGeom prst="ellipse">
            <a:avLst/>
          </a:prstGeom>
          <a:solidFill>
            <a:srgbClr val="7C8FFF">
              <a:alpha val="9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148840" y="1554480"/>
            <a:ext cx="7909560" cy="4343400"/>
          </a:xfrm>
          <a:prstGeom prst="roundRect">
            <a:avLst>
              <a:gd name="adj" fmla="val 3789"/>
            </a:avLst>
          </a:prstGeom>
          <a:solidFill>
            <a:srgbClr val="0C0E12">
              <a:alpha val="91000"/>
            </a:srgbClr>
          </a:solidFill>
          <a:ln w="11430">
            <a:solidFill>
              <a:srgbClr val="353D4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4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359152" y="1783080"/>
            <a:ext cx="7488936" cy="475488"/>
          </a:xfrm>
          <a:prstGeom prst="roundRect">
            <a:avLst>
              <a:gd name="adj" fmla="val 23077"/>
            </a:avLst>
          </a:prstGeom>
          <a:solidFill>
            <a:srgbClr val="151922">
              <a:alpha val="96000"/>
            </a:srgbClr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78608" y="1929384"/>
            <a:ext cx="137160" cy="1371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2834640" y="1783080"/>
            <a:ext cx="5943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commands, scenes, sources or ask Mirae…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9015984" y="1901952"/>
            <a:ext cx="502920" cy="219456"/>
          </a:xfrm>
          <a:prstGeom prst="roundRect">
            <a:avLst>
              <a:gd name="adj" fmla="val 3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89136" y="1915668"/>
            <a:ext cx="3566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⌘ K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2487168" y="248716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RECENT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395728" y="2724912"/>
            <a:ext cx="7269480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478024" y="2807208"/>
            <a:ext cx="118872" cy="11887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660904" y="2724912"/>
            <a:ext cx="647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Switch to Studio mode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9189720" y="2788920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217152" y="278892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↵</a:t>
            </a:r>
            <a:endParaRPr lang="en-US" sz="7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478024" y="3154680"/>
            <a:ext cx="118872" cy="1188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2660904" y="3072384"/>
            <a:ext cx="647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recording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9189720" y="3136392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217152" y="3136392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</a:t>
            </a:r>
            <a:endParaRPr lang="en-US" sz="75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478024" y="3502152"/>
            <a:ext cx="118872" cy="1188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2660904" y="3419856"/>
            <a:ext cx="6473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camera source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9189720" y="3483864"/>
            <a:ext cx="347472" cy="164592"/>
          </a:xfrm>
          <a:prstGeom prst="roundRect">
            <a:avLst>
              <a:gd name="adj" fmla="val 27778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9217152" y="3483864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C</a:t>
            </a:r>
            <a:endParaRPr lang="en-US" sz="750" dirty="0"/>
          </a:p>
        </p:txBody>
      </p:sp>
      <p:sp>
        <p:nvSpPr>
          <p:cNvPr id="29" name="Shape 23"/>
          <p:cNvSpPr/>
          <p:nvPr/>
        </p:nvSpPr>
        <p:spPr>
          <a:xfrm>
            <a:off x="2468880" y="3813048"/>
            <a:ext cx="7132320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2487168" y="40050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MIRAE</a:t>
            </a:r>
            <a:endParaRPr lang="en-US" sz="7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478024" y="4334256"/>
            <a:ext cx="118872" cy="11887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2660904" y="4251960"/>
            <a:ext cx="6894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is YouTube reconnecting?</a:t>
            </a:r>
            <a:endParaRPr lang="en-US" sz="9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478024" y="4681728"/>
            <a:ext cx="118872" cy="1188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2660904" y="4599432"/>
            <a:ext cx="6894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clean podcast scene</a:t>
            </a:r>
            <a:endParaRPr lang="en-US" sz="900" dirty="0"/>
          </a:p>
        </p:txBody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478024" y="5029200"/>
            <a:ext cx="118872" cy="11887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2660904" y="4946904"/>
            <a:ext cx="68945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Find the source causing frame drops</a:t>
            </a:r>
            <a:endParaRPr lang="en-US" sz="900" dirty="0"/>
          </a:p>
        </p:txBody>
      </p:sp>
      <p:sp>
        <p:nvSpPr>
          <p:cNvPr id="37" name="Text 28"/>
          <p:cNvSpPr/>
          <p:nvPr/>
        </p:nvSpPr>
        <p:spPr>
          <a:xfrm>
            <a:off x="2542032" y="559612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Esc</a:t>
            </a:r>
            <a:endParaRPr lang="en-US" sz="730" dirty="0"/>
          </a:p>
        </p:txBody>
      </p:sp>
      <p:sp>
        <p:nvSpPr>
          <p:cNvPr id="38" name="Text 29"/>
          <p:cNvSpPr/>
          <p:nvPr/>
        </p:nvSpPr>
        <p:spPr>
          <a:xfrm>
            <a:off x="2907792" y="55961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</a:t>
            </a:r>
            <a:endParaRPr lang="en-US" sz="730" dirty="0"/>
          </a:p>
        </p:txBody>
      </p:sp>
      <p:sp>
        <p:nvSpPr>
          <p:cNvPr id="39" name="Text 30"/>
          <p:cNvSpPr/>
          <p:nvPr/>
        </p:nvSpPr>
        <p:spPr>
          <a:xfrm>
            <a:off x="8668512" y="55961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⌘ ↵</a:t>
            </a:r>
            <a:endParaRPr lang="en-US" sz="730" dirty="0"/>
          </a:p>
        </p:txBody>
      </p:sp>
      <p:sp>
        <p:nvSpPr>
          <p:cNvPr id="40" name="Text 31"/>
          <p:cNvSpPr/>
          <p:nvPr/>
        </p:nvSpPr>
        <p:spPr>
          <a:xfrm>
            <a:off x="9162288" y="5596128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action</a:t>
            </a:r>
            <a:endParaRPr lang="en-US" sz="730" dirty="0"/>
          </a:p>
        </p:txBody>
      </p:sp>
      <p:sp>
        <p:nvSpPr>
          <p:cNvPr id="41" name="Text 32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SYSTEM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 mouvement donne une continuité spatiale. Il ne distrait jamais.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572768"/>
            <a:ext cx="6446520" cy="4443984"/>
          </a:xfrm>
          <a:prstGeom prst="roundRect">
            <a:avLst>
              <a:gd name="adj" fmla="val 2881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8105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96112" y="223113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Hover / press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971800" y="2258568"/>
            <a:ext cx="3566160" cy="164592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2258568"/>
            <a:ext cx="594360" cy="164592"/>
          </a:xfrm>
          <a:prstGeom prst="roundRect">
            <a:avLst>
              <a:gd name="adj" fmla="val 33333"/>
            </a:avLst>
          </a:prstGeom>
          <a:solidFill>
            <a:srgbClr val="4F65E8"/>
          </a:solidFill>
          <a:ln w="508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223113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90–140 ms</a:t>
            </a:r>
            <a:endParaRPr lang="en-US" sz="760" dirty="0"/>
          </a:p>
        </p:txBody>
      </p:sp>
      <p:sp>
        <p:nvSpPr>
          <p:cNvPr id="13" name="Text 11"/>
          <p:cNvSpPr/>
          <p:nvPr/>
        </p:nvSpPr>
        <p:spPr>
          <a:xfrm>
            <a:off x="896112" y="282549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Tooltip / menu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2971800" y="2852928"/>
            <a:ext cx="3566160" cy="164592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71800" y="2852928"/>
            <a:ext cx="914400" cy="164592"/>
          </a:xfrm>
          <a:prstGeom prst="roundRect">
            <a:avLst>
              <a:gd name="adj" fmla="val 33333"/>
            </a:avLst>
          </a:prstGeom>
          <a:solidFill>
            <a:srgbClr val="4F65E8"/>
          </a:solidFill>
          <a:ln w="508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0" y="282549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120–180 ms</a:t>
            </a:r>
            <a:endParaRPr lang="en-US" sz="760" dirty="0"/>
          </a:p>
        </p:txBody>
      </p:sp>
      <p:sp>
        <p:nvSpPr>
          <p:cNvPr id="17" name="Text 15"/>
          <p:cNvSpPr/>
          <p:nvPr/>
        </p:nvSpPr>
        <p:spPr>
          <a:xfrm>
            <a:off x="896112" y="341985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Popover / dialog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2971800" y="3447288"/>
            <a:ext cx="3566160" cy="164592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71800" y="3447288"/>
            <a:ext cx="1325880" cy="164592"/>
          </a:xfrm>
          <a:prstGeom prst="roundRect">
            <a:avLst>
              <a:gd name="adj" fmla="val 33333"/>
            </a:avLst>
          </a:prstGeom>
          <a:solidFill>
            <a:srgbClr val="4F65E8"/>
          </a:solidFill>
          <a:ln w="508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0" y="341985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160–220 ms</a:t>
            </a:r>
            <a:endParaRPr lang="en-US" sz="760" dirty="0"/>
          </a:p>
        </p:txBody>
      </p:sp>
      <p:sp>
        <p:nvSpPr>
          <p:cNvPr id="21" name="Text 19"/>
          <p:cNvSpPr/>
          <p:nvPr/>
        </p:nvSpPr>
        <p:spPr>
          <a:xfrm>
            <a:off x="896112" y="401421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/ workspace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2971800" y="4041648"/>
            <a:ext cx="3566160" cy="164592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971800" y="4041648"/>
            <a:ext cx="2011680" cy="164592"/>
          </a:xfrm>
          <a:prstGeom prst="roundRect">
            <a:avLst>
              <a:gd name="adj" fmla="val 33333"/>
            </a:avLst>
          </a:prstGeom>
          <a:solidFill>
            <a:srgbClr val="4F65E8"/>
          </a:solidFill>
          <a:ln w="508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401421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200–280 ms</a:t>
            </a:r>
            <a:endParaRPr lang="en-US" sz="760" dirty="0"/>
          </a:p>
        </p:txBody>
      </p:sp>
      <p:sp>
        <p:nvSpPr>
          <p:cNvPr id="25" name="Text 23"/>
          <p:cNvSpPr/>
          <p:nvPr/>
        </p:nvSpPr>
        <p:spPr>
          <a:xfrm>
            <a:off x="896112" y="46085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3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layout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2971800" y="4636008"/>
            <a:ext cx="3566160" cy="164592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971800" y="4636008"/>
            <a:ext cx="3154680" cy="164592"/>
          </a:xfrm>
          <a:prstGeom prst="roundRect">
            <a:avLst>
              <a:gd name="adj" fmla="val 33333"/>
            </a:avLst>
          </a:prstGeom>
          <a:solidFill>
            <a:srgbClr val="7C8FFF"/>
          </a:solidFill>
          <a:ln w="508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0" y="4608576"/>
            <a:ext cx="8046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60" dirty="0">
                <a:solidFill>
                  <a:srgbClr val="9AA1AC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Spring 0.32 / 0.82</a:t>
            </a:r>
            <a:endParaRPr lang="en-US" sz="760" dirty="0"/>
          </a:p>
        </p:txBody>
      </p:sp>
      <p:sp>
        <p:nvSpPr>
          <p:cNvPr id="29" name="Text 27"/>
          <p:cNvSpPr/>
          <p:nvPr/>
        </p:nvSpPr>
        <p:spPr>
          <a:xfrm>
            <a:off x="896112" y="536752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tokens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057400" y="5321808"/>
            <a:ext cx="1005840" cy="246888"/>
          </a:xfrm>
          <a:prstGeom prst="roundRect">
            <a:avLst>
              <a:gd name="adj" fmla="val 2963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30552" y="5335524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ease-out-quint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200400" y="5321808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73552" y="5335524"/>
            <a:ext cx="72237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spring-soft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4206240" y="5321808"/>
            <a:ext cx="914400" cy="246888"/>
          </a:xfrm>
          <a:prstGeom prst="roundRect">
            <a:avLst>
              <a:gd name="adj" fmla="val 2963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279392" y="5335524"/>
            <a:ext cx="768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spring-snap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360920" y="1572768"/>
            <a:ext cx="4251960" cy="4443984"/>
          </a:xfrm>
          <a:prstGeom prst="roundRect">
            <a:avLst>
              <a:gd name="adj" fmla="val 3011"/>
            </a:avLst>
          </a:prstGeom>
          <a:solidFill>
            <a:srgbClr val="0B0D11"/>
          </a:solidFill>
          <a:ln w="8890">
            <a:solidFill>
              <a:srgbClr val="2025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607808" y="18105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Quand utiliser Motion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7607808" y="2304288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0" y="2318004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Oui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8183880" y="2286000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partagé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9281160" y="22860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Sélection, reordering, panels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7607808" y="2980944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680960" y="2994660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Oui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8183880" y="2962656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</a:t>
            </a:r>
            <a:endParaRPr lang="en-US" sz="920" dirty="0"/>
          </a:p>
        </p:txBody>
      </p:sp>
      <p:sp>
        <p:nvSpPr>
          <p:cNvPr id="45" name="Text 43"/>
          <p:cNvSpPr/>
          <p:nvPr/>
        </p:nvSpPr>
        <p:spPr>
          <a:xfrm>
            <a:off x="9281160" y="2962656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Popover, modal, inspector</a:t>
            </a:r>
            <a:endParaRPr lang="en-US" sz="820" dirty="0"/>
          </a:p>
        </p:txBody>
      </p:sp>
      <p:sp>
        <p:nvSpPr>
          <p:cNvPr id="46" name="Shape 44"/>
          <p:cNvSpPr/>
          <p:nvPr/>
        </p:nvSpPr>
        <p:spPr>
          <a:xfrm>
            <a:off x="7607808" y="3657600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0" y="367131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CSS</a:t>
            </a:r>
            <a:endParaRPr lang="en-US" sz="700" dirty="0"/>
          </a:p>
        </p:txBody>
      </p:sp>
      <p:sp>
        <p:nvSpPr>
          <p:cNvPr id="48" name="Text 46"/>
          <p:cNvSpPr/>
          <p:nvPr/>
        </p:nvSpPr>
        <p:spPr>
          <a:xfrm>
            <a:off x="8183880" y="3639312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</a:t>
            </a:r>
            <a:endParaRPr lang="en-US" sz="920" dirty="0"/>
          </a:p>
        </p:txBody>
      </p:sp>
      <p:sp>
        <p:nvSpPr>
          <p:cNvPr id="49" name="Text 47"/>
          <p:cNvSpPr/>
          <p:nvPr/>
        </p:nvSpPr>
        <p:spPr>
          <a:xfrm>
            <a:off x="9281160" y="363931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Color, opacity, focus</a:t>
            </a:r>
            <a:endParaRPr lang="en-US" sz="820" dirty="0"/>
          </a:p>
        </p:txBody>
      </p:sp>
      <p:sp>
        <p:nvSpPr>
          <p:cNvPr id="50" name="Shape 48"/>
          <p:cNvSpPr/>
          <p:nvPr/>
        </p:nvSpPr>
        <p:spPr>
          <a:xfrm>
            <a:off x="7607808" y="4334256"/>
            <a:ext cx="438912" cy="228600"/>
          </a:xfrm>
          <a:prstGeom prst="roundRect">
            <a:avLst>
              <a:gd name="adj" fmla="val 32000"/>
            </a:avLst>
          </a:prstGeom>
          <a:solidFill>
            <a:srgbClr val="30131A"/>
          </a:solidFill>
          <a:ln w="6350">
            <a:solidFill>
              <a:srgbClr val="30131A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680960" y="4347972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Non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183880" y="43159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path</a:t>
            </a:r>
            <a:endParaRPr lang="en-US" sz="920" dirty="0"/>
          </a:p>
        </p:txBody>
      </p:sp>
      <p:sp>
        <p:nvSpPr>
          <p:cNvPr id="53" name="Text 51"/>
          <p:cNvSpPr/>
          <p:nvPr/>
        </p:nvSpPr>
        <p:spPr>
          <a:xfrm>
            <a:off x="9281160" y="4315968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Meters audio, canvas frames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7607808" y="5065776"/>
            <a:ext cx="3611880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pic>
        <p:nvPicPr>
          <p:cNvPr id="5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6096" y="5321808"/>
            <a:ext cx="164592" cy="164592"/>
          </a:xfrm>
          <a:prstGeom prst="rect">
            <a:avLst/>
          </a:prstGeom>
        </p:spPr>
      </p:pic>
      <p:sp>
        <p:nvSpPr>
          <p:cNvPr id="56" name="Text 53"/>
          <p:cNvSpPr/>
          <p:nvPr/>
        </p:nvSpPr>
        <p:spPr>
          <a:xfrm>
            <a:off x="7918704" y="5193792"/>
            <a:ext cx="3063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Reduced Motion : supprimer transform/layout, conserver opacity et feedback.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UI ENGINEERING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Une stack headless, propriétaire visuellement.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02920" y="1426464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 librairies résolvent comportement et accessibilité. Mirae possède les composants, tokens et interactions.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58368" y="157276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173736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75107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Primitives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1956816" y="1682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UI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38728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Complet, headless, accessible, composable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6190488" y="157276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55080" y="173736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28232" y="175107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Styling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7488936" y="168249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Tailwind v4 + CSS vars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70848" y="166420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Tokens runtime et variantes Mirae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58368" y="262432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" y="278892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280263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1956816" y="2734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for React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38728" y="2715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Layout, presence, gestures, reduced motion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6190488" y="262432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278892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28232" y="280263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488936" y="2734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dnd-kit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070848" y="271576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pointer + clavier, annonces accessibles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658368" y="367588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" y="384048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" y="385419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1956816" y="37856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react-resizable-panels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538728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Layouts persistants et separators accessibles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190488" y="367588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55080" y="384048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85419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Virtualisation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7488936" y="378561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TanStack Virtual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070848" y="376732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Longues listes sans imposer le markup</a:t>
            </a:r>
            <a:endParaRPr lang="en-US" sz="820" dirty="0"/>
          </a:p>
        </p:txBody>
      </p:sp>
      <p:sp>
        <p:nvSpPr>
          <p:cNvPr id="38" name="Shape 36"/>
          <p:cNvSpPr/>
          <p:nvPr/>
        </p:nvSpPr>
        <p:spPr>
          <a:xfrm>
            <a:off x="658368" y="472744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" y="489204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96112" y="490575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Icons</a:t>
            </a:r>
            <a:endParaRPr lang="en-US" sz="700" dirty="0"/>
          </a:p>
        </p:txBody>
      </p:sp>
      <p:sp>
        <p:nvSpPr>
          <p:cNvPr id="41" name="Text 39"/>
          <p:cNvSpPr/>
          <p:nvPr/>
        </p:nvSpPr>
        <p:spPr>
          <a:xfrm>
            <a:off x="1956816" y="4837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Hugeicons Stroke Rounded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538728" y="4818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Cohérence avec le symbole et les petits contrôles</a:t>
            </a:r>
            <a:endParaRPr lang="en-US" sz="820" dirty="0"/>
          </a:p>
        </p:txBody>
      </p:sp>
      <p:sp>
        <p:nvSpPr>
          <p:cNvPr id="43" name="Shape 41"/>
          <p:cNvSpPr/>
          <p:nvPr/>
        </p:nvSpPr>
        <p:spPr>
          <a:xfrm>
            <a:off x="6190488" y="4727448"/>
            <a:ext cx="5212080" cy="859536"/>
          </a:xfrm>
          <a:prstGeom prst="roundRect">
            <a:avLst>
              <a:gd name="adj" fmla="val 10638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55080" y="4892040"/>
            <a:ext cx="960120" cy="219456"/>
          </a:xfrm>
          <a:prstGeom prst="roundRect">
            <a:avLst>
              <a:gd name="adj" fmla="val 33333"/>
            </a:avLst>
          </a:prstGeom>
          <a:solidFill>
            <a:srgbClr val="151922"/>
          </a:solidFill>
          <a:ln w="6350">
            <a:solidFill>
              <a:srgbClr val="15192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28232" y="4905756"/>
            <a:ext cx="81381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Forms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7488936" y="483717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Hook Form + validators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070848" y="481888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Draft local, validation issue des schémas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658368" y="5806440"/>
            <a:ext cx="10744200" cy="320040"/>
          </a:xfrm>
          <a:prstGeom prst="roundRect">
            <a:avLst>
              <a:gd name="adj" fmla="val 22857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1248" y="580644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Règle : aucun composant de bibliothèque n’est importé directement dans une feature. Tout passe par @mirae/ui.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STATES &amp; ACCESSIBILITY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Le polish se voit surtout quand quelque chose manque ou casse.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719072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075688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89888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Empty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822960" y="25786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Ajoutez votre première scène pour commencer.</a:t>
            </a:r>
            <a:endParaRPr lang="en-US" sz="860" dirty="0"/>
          </a:p>
        </p:txBody>
      </p:sp>
      <p:sp>
        <p:nvSpPr>
          <p:cNvPr id="12" name="Shape 9"/>
          <p:cNvSpPr/>
          <p:nvPr/>
        </p:nvSpPr>
        <p:spPr>
          <a:xfrm>
            <a:off x="3474720" y="1719072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39312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76472" y="2075688"/>
            <a:ext cx="164592" cy="1645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Loading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39312" y="25786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Chargement de la source. Le reste du studio reste actif.</a:t>
            </a:r>
            <a:endParaRPr lang="en-US" sz="860" dirty="0"/>
          </a:p>
        </p:txBody>
      </p:sp>
      <p:sp>
        <p:nvSpPr>
          <p:cNvPr id="17" name="Shape 13"/>
          <p:cNvSpPr/>
          <p:nvPr/>
        </p:nvSpPr>
        <p:spPr>
          <a:xfrm>
            <a:off x="6291072" y="1719072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55664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92824" y="2075688"/>
            <a:ext cx="164592" cy="1645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022592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Recovering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6455664" y="25786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Caméra déconnectée. Nouvelle tentative dans 3 s.</a:t>
            </a:r>
            <a:endParaRPr lang="en-US" sz="860" dirty="0"/>
          </a:p>
        </p:txBody>
      </p:sp>
      <p:sp>
        <p:nvSpPr>
          <p:cNvPr id="22" name="Shape 17"/>
          <p:cNvSpPr/>
          <p:nvPr/>
        </p:nvSpPr>
        <p:spPr>
          <a:xfrm>
            <a:off x="9107424" y="1719072"/>
            <a:ext cx="2514600" cy="1874520"/>
          </a:xfrm>
          <a:prstGeom prst="roundRect">
            <a:avLst>
              <a:gd name="adj" fmla="val 6829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272016" y="1938528"/>
            <a:ext cx="457200" cy="457200"/>
          </a:xfrm>
          <a:prstGeom prst="roundRect">
            <a:avLst>
              <a:gd name="adj" fmla="val 24000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409176" y="2075688"/>
            <a:ext cx="164592" cy="16459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838944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Failed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9272016" y="257860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 a refusé l’authentification. Reconnecter le compte.</a:t>
            </a:r>
            <a:endParaRPr lang="en-US" sz="860" dirty="0"/>
          </a:p>
        </p:txBody>
      </p:sp>
      <p:sp>
        <p:nvSpPr>
          <p:cNvPr id="27" name="Shape 21"/>
          <p:cNvSpPr/>
          <p:nvPr/>
        </p:nvSpPr>
        <p:spPr>
          <a:xfrm>
            <a:off x="658368" y="3977640"/>
            <a:ext cx="5257800" cy="1965960"/>
          </a:xfrm>
          <a:prstGeom prst="roundRect">
            <a:avLst>
              <a:gd name="adj" fmla="val 6512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896112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Accessibilité desktop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6112" y="4654296"/>
            <a:ext cx="91440" cy="9144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78992" y="4572000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Tout est utilisable au clavier</a:t>
            </a:r>
            <a:endParaRPr lang="en-US" sz="86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96112" y="4901184"/>
            <a:ext cx="91440" cy="914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078992" y="4818888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Focus visible et stable</a:t>
            </a:r>
            <a:endParaRPr lang="en-US" sz="86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112" y="5148072"/>
            <a:ext cx="91440" cy="9144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1078992" y="5065776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Drag &amp; drop avec action équivalente</a:t>
            </a:r>
            <a:endParaRPr lang="en-US" sz="86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96112" y="5394960"/>
            <a:ext cx="91440" cy="9144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1078992" y="5312664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Statuts jamais uniquement colorés</a:t>
            </a:r>
            <a:endParaRPr lang="en-US" sz="86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96112" y="5641848"/>
            <a:ext cx="91440" cy="9144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1078992" y="5559552"/>
            <a:ext cx="42062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Motion réduite au niveau global</a:t>
            </a:r>
            <a:endParaRPr lang="en-US" sz="860" dirty="0"/>
          </a:p>
        </p:txBody>
      </p:sp>
      <p:sp>
        <p:nvSpPr>
          <p:cNvPr id="39" name="Shape 28"/>
          <p:cNvSpPr/>
          <p:nvPr/>
        </p:nvSpPr>
        <p:spPr>
          <a:xfrm>
            <a:off x="6144768" y="3977640"/>
            <a:ext cx="5468112" cy="1965960"/>
          </a:xfrm>
          <a:prstGeom prst="roundRect">
            <a:avLst>
              <a:gd name="adj" fmla="val 6512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6382512" y="422452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Responsive desktop</a:t>
            </a:r>
            <a:endParaRPr lang="en-US" sz="1200" dirty="0"/>
          </a:p>
        </p:txBody>
      </p:sp>
      <p:sp>
        <p:nvSpPr>
          <p:cNvPr id="41" name="Text 30"/>
          <p:cNvSpPr/>
          <p:nvPr/>
        </p:nvSpPr>
        <p:spPr>
          <a:xfrm>
            <a:off x="6382512" y="462686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≥ 1440 px</a:t>
            </a:r>
            <a:endParaRPr lang="en-US" sz="850" dirty="0"/>
          </a:p>
        </p:txBody>
      </p:sp>
      <p:sp>
        <p:nvSpPr>
          <p:cNvPr id="42" name="Text 31"/>
          <p:cNvSpPr/>
          <p:nvPr/>
        </p:nvSpPr>
        <p:spPr>
          <a:xfrm>
            <a:off x="7360920" y="462686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Layout complet</a:t>
            </a:r>
            <a:endParaRPr lang="en-US" sz="850" dirty="0"/>
          </a:p>
        </p:txBody>
      </p:sp>
      <p:sp>
        <p:nvSpPr>
          <p:cNvPr id="43" name="Text 32"/>
          <p:cNvSpPr/>
          <p:nvPr/>
        </p:nvSpPr>
        <p:spPr>
          <a:xfrm>
            <a:off x="6382512" y="4956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1100–1439</a:t>
            </a:r>
            <a:endParaRPr lang="en-US" sz="850" dirty="0"/>
          </a:p>
        </p:txBody>
      </p:sp>
      <p:sp>
        <p:nvSpPr>
          <p:cNvPr id="44" name="Text 33"/>
          <p:cNvSpPr/>
          <p:nvPr/>
        </p:nvSpPr>
        <p:spPr>
          <a:xfrm>
            <a:off x="7360920" y="4956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Inspector repliable</a:t>
            </a:r>
            <a:endParaRPr lang="en-US" sz="850" dirty="0"/>
          </a:p>
        </p:txBody>
      </p:sp>
      <p:sp>
        <p:nvSpPr>
          <p:cNvPr id="45" name="Text 34"/>
          <p:cNvSpPr/>
          <p:nvPr/>
        </p:nvSpPr>
        <p:spPr>
          <a:xfrm>
            <a:off x="6382512" y="52852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A9B6FF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 1100 px</a:t>
            </a:r>
            <a:endParaRPr lang="en-US" sz="850" dirty="0"/>
          </a:p>
        </p:txBody>
      </p:sp>
      <p:sp>
        <p:nvSpPr>
          <p:cNvPr id="46" name="Text 35"/>
          <p:cNvSpPr/>
          <p:nvPr/>
        </p:nvSpPr>
        <p:spPr>
          <a:xfrm>
            <a:off x="7360920" y="5285232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 compact, panels en drawers</a:t>
            </a:r>
            <a:endParaRPr lang="en-US" sz="850" dirty="0"/>
          </a:p>
        </p:txBody>
      </p:sp>
      <p:sp>
        <p:nvSpPr>
          <p:cNvPr id="47" name="Text 36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4114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 WORKFLOW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106070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Du concept à une UI durable : un seul pipeline.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58368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15240">
            <a:solidFill>
              <a:srgbClr val="7C8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B2140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60120" y="2212848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22960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Tokens</a:t>
            </a:r>
            <a:endParaRPr lang="en-US" sz="1020" dirty="0"/>
          </a:p>
        </p:txBody>
      </p:sp>
      <p:sp>
        <p:nvSpPr>
          <p:cNvPr id="11" name="Text 8"/>
          <p:cNvSpPr/>
          <p:nvPr/>
        </p:nvSpPr>
        <p:spPr>
          <a:xfrm>
            <a:off x="822960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Couleur, espace, radius, type, motion</a:t>
            </a:r>
            <a:endParaRPr lang="en-US" sz="84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6000" y="3246120"/>
            <a:ext cx="137160" cy="13716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523744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2688336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25496" y="2212848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688336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Primitives</a:t>
            </a:r>
            <a:endParaRPr lang="en-US" sz="1020" dirty="0"/>
          </a:p>
        </p:txBody>
      </p:sp>
      <p:sp>
        <p:nvSpPr>
          <p:cNvPr id="17" name="Text 12"/>
          <p:cNvSpPr/>
          <p:nvPr/>
        </p:nvSpPr>
        <p:spPr>
          <a:xfrm>
            <a:off x="2688336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 UI encapsulé dans @mirae/ui</a:t>
            </a:r>
            <a:endParaRPr lang="en-US" sz="84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51376" y="3246120"/>
            <a:ext cx="137160" cy="13716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389120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4553712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90872" y="2212848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4553712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Patterns</a:t>
            </a:r>
            <a:endParaRPr lang="en-US" sz="1020" dirty="0"/>
          </a:p>
        </p:txBody>
      </p:sp>
      <p:sp>
        <p:nvSpPr>
          <p:cNvPr id="23" name="Text 16"/>
          <p:cNvSpPr/>
          <p:nvPr/>
        </p:nvSpPr>
        <p:spPr>
          <a:xfrm>
            <a:off x="4553712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Panel, inspector, mixer, command surface</a:t>
            </a:r>
            <a:endParaRPr lang="en-US" sz="84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016752" y="3246120"/>
            <a:ext cx="137160" cy="137160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6254496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6" name="Shape 18"/>
          <p:cNvSpPr/>
          <p:nvPr/>
        </p:nvSpPr>
        <p:spPr>
          <a:xfrm>
            <a:off x="6419088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556248" y="2212848"/>
            <a:ext cx="164592" cy="164592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6419088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Screens</a:t>
            </a:r>
            <a:endParaRPr lang="en-US" sz="1020" dirty="0"/>
          </a:p>
        </p:txBody>
      </p:sp>
      <p:sp>
        <p:nvSpPr>
          <p:cNvPr id="29" name="Text 20"/>
          <p:cNvSpPr/>
          <p:nvPr/>
        </p:nvSpPr>
        <p:spPr>
          <a:xfrm>
            <a:off x="6419088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et prototypes à données réalistes</a:t>
            </a:r>
            <a:endParaRPr lang="en-US" sz="840" dirty="0"/>
          </a:p>
        </p:txBody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7882128" y="3246120"/>
            <a:ext cx="137160" cy="137160"/>
          </a:xfrm>
          <a:prstGeom prst="rect">
            <a:avLst/>
          </a:prstGeom>
        </p:spPr>
      </p:pic>
      <p:sp>
        <p:nvSpPr>
          <p:cNvPr id="31" name="Shape 21"/>
          <p:cNvSpPr/>
          <p:nvPr/>
        </p:nvSpPr>
        <p:spPr>
          <a:xfrm>
            <a:off x="8119872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2" name="Shape 22"/>
          <p:cNvSpPr/>
          <p:nvPr/>
        </p:nvSpPr>
        <p:spPr>
          <a:xfrm>
            <a:off x="8284464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421624" y="2212848"/>
            <a:ext cx="164592" cy="164592"/>
          </a:xfrm>
          <a:prstGeom prst="rect">
            <a:avLst/>
          </a:prstGeom>
        </p:spPr>
      </p:pic>
      <p:sp>
        <p:nvSpPr>
          <p:cNvPr id="34" name="Text 23"/>
          <p:cNvSpPr/>
          <p:nvPr/>
        </p:nvSpPr>
        <p:spPr>
          <a:xfrm>
            <a:off x="8284464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· Code</a:t>
            </a:r>
            <a:endParaRPr lang="en-US" sz="1020" dirty="0"/>
          </a:p>
        </p:txBody>
      </p:sp>
      <p:sp>
        <p:nvSpPr>
          <p:cNvPr id="35" name="Text 24"/>
          <p:cNvSpPr/>
          <p:nvPr/>
        </p:nvSpPr>
        <p:spPr>
          <a:xfrm>
            <a:off x="8284464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Contrats typés, stories, interactions</a:t>
            </a:r>
            <a:endParaRPr lang="en-US" sz="840" dirty="0"/>
          </a:p>
        </p:txBody>
      </p:sp>
      <p:pic>
        <p:nvPicPr>
          <p:cNvPr id="36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9747504" y="3246120"/>
            <a:ext cx="137160" cy="137160"/>
          </a:xfrm>
          <a:prstGeom prst="rect">
            <a:avLst/>
          </a:prstGeom>
        </p:spPr>
      </p:pic>
      <p:sp>
        <p:nvSpPr>
          <p:cNvPr id="37" name="Shape 25"/>
          <p:cNvSpPr/>
          <p:nvPr/>
        </p:nvSpPr>
        <p:spPr>
          <a:xfrm>
            <a:off x="9985248" y="1874520"/>
            <a:ext cx="1600200" cy="3246120"/>
          </a:xfrm>
          <a:prstGeom prst="roundRect">
            <a:avLst>
              <a:gd name="adj" fmla="val 6857"/>
            </a:avLst>
          </a:prstGeom>
          <a:solidFill>
            <a:srgbClr val="0B0D11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38" name="Shape 26"/>
          <p:cNvSpPr/>
          <p:nvPr/>
        </p:nvSpPr>
        <p:spPr>
          <a:xfrm>
            <a:off x="10149840" y="2075688"/>
            <a:ext cx="438912" cy="438912"/>
          </a:xfrm>
          <a:prstGeom prst="roundRect">
            <a:avLst>
              <a:gd name="adj" fmla="val 25000"/>
            </a:avLst>
          </a:prstGeom>
          <a:solidFill>
            <a:srgbClr val="151922"/>
          </a:solidFill>
          <a:ln w="5080">
            <a:solidFill>
              <a:srgbClr val="20252D"/>
            </a:solidFill>
            <a:prstDash val="solid"/>
          </a:ln>
        </p:spPr>
      </p:sp>
      <p:pic>
        <p:nvPicPr>
          <p:cNvPr id="39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287000" y="2212848"/>
            <a:ext cx="164592" cy="164592"/>
          </a:xfrm>
          <a:prstGeom prst="rect">
            <a:avLst/>
          </a:prstGeom>
        </p:spPr>
      </p:pic>
      <p:sp>
        <p:nvSpPr>
          <p:cNvPr id="40" name="Text 27"/>
          <p:cNvSpPr/>
          <p:nvPr/>
        </p:nvSpPr>
        <p:spPr>
          <a:xfrm>
            <a:off x="10149840" y="27797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· Regression</a:t>
            </a:r>
            <a:endParaRPr lang="en-US" sz="1020" dirty="0"/>
          </a:p>
        </p:txBody>
      </p:sp>
      <p:sp>
        <p:nvSpPr>
          <p:cNvPr id="41" name="Text 28"/>
          <p:cNvSpPr/>
          <p:nvPr/>
        </p:nvSpPr>
        <p:spPr>
          <a:xfrm>
            <a:off x="10149840" y="3493008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Screenshots, keyboard, a11y, perf</a:t>
            </a:r>
            <a:endParaRPr lang="en-US" sz="840" dirty="0"/>
          </a:p>
        </p:txBody>
      </p:sp>
      <p:sp>
        <p:nvSpPr>
          <p:cNvPr id="42" name="Shape 29"/>
          <p:cNvSpPr/>
          <p:nvPr/>
        </p:nvSpPr>
        <p:spPr>
          <a:xfrm>
            <a:off x="658368" y="5431536"/>
            <a:ext cx="10972800" cy="475488"/>
          </a:xfrm>
          <a:prstGeom prst="roundRect">
            <a:avLst>
              <a:gd name="adj" fmla="val 15385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43" name="Text 30"/>
          <p:cNvSpPr/>
          <p:nvPr/>
        </p:nvSpPr>
        <p:spPr>
          <a:xfrm>
            <a:off x="896112" y="5431536"/>
            <a:ext cx="104698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Priorité de vérité : maquette validée → tokens → composants → écrans. Aucun style one-off dans les features.</a:t>
            </a:r>
            <a:endParaRPr lang="en-US" sz="930" dirty="0"/>
          </a:p>
        </p:txBody>
      </p:sp>
      <p:sp>
        <p:nvSpPr>
          <p:cNvPr id="44" name="Text 31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Visual Direction v1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08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2651760"/>
          </a:xfrm>
          <a:prstGeom prst="ellipse">
            <a:avLst/>
          </a:prstGeom>
          <a:solidFill>
            <a:srgbClr val="7C8FFF">
              <a:alpha val="8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9966960" y="5166360"/>
            <a:ext cx="2148840" cy="1627632"/>
          </a:xfrm>
          <a:prstGeom prst="ellipse">
            <a:avLst/>
          </a:prstGeom>
          <a:solidFill>
            <a:srgbClr val="A879FF">
              <a:alpha val="5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292608"/>
            <a:ext cx="11548872" cy="0"/>
          </a:xfrm>
          <a:prstGeom prst="line">
            <a:avLst/>
          </a:prstGeom>
          <a:noFill/>
          <a:ln w="6350">
            <a:solidFill>
              <a:srgbClr val="161A2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06640" y="365760"/>
            <a:ext cx="4114800" cy="4114800"/>
          </a:xfrm>
          <a:prstGeom prst="ellipse">
            <a:avLst/>
          </a:prstGeom>
          <a:solidFill>
            <a:srgbClr val="7C8FFF">
              <a:alpha val="12000"/>
            </a:srgbClr>
          </a:solidFill>
          <a:ln w="12700">
            <a:solidFill>
              <a:srgbClr val="7C8F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7C8FFF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3232" y="861822"/>
            <a:ext cx="1234440" cy="6172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18288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Direction retenue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13232" y="2267712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Obsidian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Precision</a:t>
            </a:r>
            <a:endParaRPr lang="en-US" sz="3400" dirty="0"/>
          </a:p>
        </p:txBody>
      </p:sp>
      <p:sp>
        <p:nvSpPr>
          <p:cNvPr id="9" name="Text 6"/>
          <p:cNvSpPr/>
          <p:nvPr/>
        </p:nvSpPr>
        <p:spPr>
          <a:xfrm>
            <a:off x="731520" y="3794760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Dark-first · desktop-first · dense · calme · premium.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49808" y="4480560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494276"/>
            <a:ext cx="265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720" dirty="0"/>
          </a:p>
        </p:txBody>
      </p:sp>
      <p:sp>
        <p:nvSpPr>
          <p:cNvPr id="12" name="Text 9"/>
          <p:cNvSpPr/>
          <p:nvPr/>
        </p:nvSpPr>
        <p:spPr>
          <a:xfrm>
            <a:off x="1325880" y="441655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Créer le Pack 10 UI/UX canonique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749808" y="4800600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814316"/>
            <a:ext cx="265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720" dirty="0"/>
          </a:p>
        </p:txBody>
      </p:sp>
      <p:sp>
        <p:nvSpPr>
          <p:cNvPr id="15" name="Text 12"/>
          <p:cNvSpPr/>
          <p:nvPr/>
        </p:nvSpPr>
        <p:spPr>
          <a:xfrm>
            <a:off x="1325880" y="473659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Prototyper le shell dans Figma</a:t>
            </a:r>
            <a:endParaRPr lang="en-US" sz="920" dirty="0"/>
          </a:p>
        </p:txBody>
      </p:sp>
      <p:sp>
        <p:nvSpPr>
          <p:cNvPr id="16" name="Shape 13"/>
          <p:cNvSpPr/>
          <p:nvPr/>
        </p:nvSpPr>
        <p:spPr>
          <a:xfrm>
            <a:off x="749808" y="5120640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" y="5134356"/>
            <a:ext cx="265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1325880" y="50566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Construire @mirae/ui foundations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749808" y="5440680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5454396"/>
            <a:ext cx="265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1325880" y="537667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Valider 5 écrans clés en code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749808" y="5760720"/>
            <a:ext cx="411480" cy="219456"/>
          </a:xfrm>
          <a:prstGeom prst="roundRect">
            <a:avLst>
              <a:gd name="adj" fmla="val 33333"/>
            </a:avLst>
          </a:prstGeom>
          <a:solidFill>
            <a:srgbClr val="1B2140"/>
          </a:solidFill>
          <a:ln w="6350">
            <a:solidFill>
              <a:srgbClr val="1B2140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22960" y="5774436"/>
            <a:ext cx="26517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9B6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1325880" y="569671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Lancer les visual regression tests</a:t>
            </a:r>
            <a:endParaRPr lang="en-US" sz="920" dirty="0"/>
          </a:p>
        </p:txBody>
      </p:sp>
      <p:sp>
        <p:nvSpPr>
          <p:cNvPr id="25" name="Shape 22"/>
          <p:cNvSpPr/>
          <p:nvPr/>
        </p:nvSpPr>
        <p:spPr>
          <a:xfrm>
            <a:off x="5989320" y="914400"/>
            <a:ext cx="5486400" cy="5029200"/>
          </a:xfrm>
          <a:prstGeom prst="roundRect">
            <a:avLst>
              <a:gd name="adj" fmla="val 3273"/>
            </a:avLst>
          </a:prstGeom>
          <a:solidFill>
            <a:srgbClr val="080A0D"/>
          </a:solidFill>
          <a:ln w="10160">
            <a:solidFill>
              <a:srgbClr val="353D49"/>
            </a:solidFill>
            <a:prstDash val="solid"/>
          </a:ln>
          <a:effectLst>
            <a:outerShdw sx="100000" sy="100000" kx="0" ky="0" algn="bl" rotWithShape="0" blurRad="38100" dist="25400" dir="2700000">
              <a:srgbClr val="000000">
                <a:alpha val="45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199632" y="1133856"/>
            <a:ext cx="5074920" cy="4590288"/>
          </a:xfrm>
          <a:prstGeom prst="roundRect">
            <a:avLst>
              <a:gd name="adj" fmla="val 2789"/>
            </a:avLst>
          </a:prstGeom>
          <a:solidFill>
            <a:srgbClr val="0B0D11"/>
          </a:solidFill>
          <a:ln w="11430">
            <a:solidFill>
              <a:srgbClr val="353D49"/>
            </a:solidFill>
            <a:prstDash val="solid"/>
          </a:ln>
          <a:effectLst>
            <a:outerShdw sx="100000" sy="100000" kx="0" ky="0" algn="bl" rotWithShape="0" blurRad="31750" dist="20320" dir="2700000">
              <a:srgbClr val="000000">
                <a:alpha val="38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08776" y="1143000"/>
            <a:ext cx="5056632" cy="384048"/>
          </a:xfrm>
          <a:prstGeom prst="roundRect">
            <a:avLst>
              <a:gd name="adj" fmla="val 30952"/>
            </a:avLst>
          </a:prstGeom>
          <a:solidFill>
            <a:srgbClr val="0B0D11"/>
          </a:solidFill>
          <a:ln w="1270">
            <a:solidFill>
              <a:srgbClr val="0B0D11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64224" y="1289304"/>
            <a:ext cx="73152" cy="73152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483096" y="1289304"/>
            <a:ext cx="73152" cy="73152"/>
          </a:xfrm>
          <a:prstGeom prst="ellipse">
            <a:avLst/>
          </a:prstGeom>
          <a:solidFill>
            <a:srgbClr val="FEBB2E"/>
          </a:solidFill>
          <a:ln w="12700">
            <a:solidFill>
              <a:srgbClr val="FEBB2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601968" y="1289304"/>
            <a:ext cx="73152" cy="73152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>
                <a:alpha val="0"/>
              </a:srgbClr>
            </a:solidFill>
            <a:prstDash val="solid"/>
          </a:ln>
        </p:spPr>
      </p:sp>
      <p:pic>
        <p:nvPicPr>
          <p:cNvPr id="3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821424" y="1229868"/>
            <a:ext cx="402336" cy="201168"/>
          </a:xfrm>
          <a:prstGeom prst="rect">
            <a:avLst/>
          </a:prstGeom>
        </p:spPr>
      </p:pic>
      <p:sp>
        <p:nvSpPr>
          <p:cNvPr id="32" name="Text 28"/>
          <p:cNvSpPr/>
          <p:nvPr/>
        </p:nvSpPr>
        <p:spPr>
          <a:xfrm>
            <a:off x="7287768" y="12115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4F6F8"/>
                </a:solidFill>
                <a:latin typeface="Inter Display" pitchFamily="34" charset="0"/>
                <a:ea typeface="Inter Display" pitchFamily="34" charset="-122"/>
                <a:cs typeface="Inter Display" pitchFamily="34" charset="-120"/>
              </a:rPr>
              <a:t>Mirae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8028432" y="121615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Show · Studio</a:t>
            </a:r>
            <a:endParaRPr lang="en-US" sz="850" dirty="0"/>
          </a:p>
        </p:txBody>
      </p:sp>
      <p:sp>
        <p:nvSpPr>
          <p:cNvPr id="34" name="Shape 30"/>
          <p:cNvSpPr/>
          <p:nvPr/>
        </p:nvSpPr>
        <p:spPr>
          <a:xfrm>
            <a:off x="9217152" y="1207008"/>
            <a:ext cx="786384" cy="310896"/>
          </a:xfrm>
          <a:prstGeom prst="roundRect">
            <a:avLst>
              <a:gd name="adj" fmla="val 23529"/>
            </a:avLst>
          </a:prstGeom>
          <a:solidFill>
            <a:srgbClr val="151922"/>
          </a:solidFill>
          <a:ln w="8890">
            <a:solidFill>
              <a:srgbClr val="353D49"/>
            </a:solidFill>
            <a:prstDash val="solid"/>
          </a:ln>
        </p:spPr>
      </p:sp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08592" y="1298448"/>
            <a:ext cx="128016" cy="128016"/>
          </a:xfrm>
          <a:prstGeom prst="rect">
            <a:avLst/>
          </a:prstGeom>
        </p:spPr>
      </p:pic>
      <p:sp>
        <p:nvSpPr>
          <p:cNvPr id="36" name="Text 31"/>
          <p:cNvSpPr/>
          <p:nvPr/>
        </p:nvSpPr>
        <p:spPr>
          <a:xfrm>
            <a:off x="9482328" y="12070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Record</a:t>
            </a:r>
            <a:endParaRPr lang="en-US" sz="820" dirty="0"/>
          </a:p>
        </p:txBody>
      </p:sp>
      <p:sp>
        <p:nvSpPr>
          <p:cNvPr id="37" name="Shape 32"/>
          <p:cNvSpPr/>
          <p:nvPr/>
        </p:nvSpPr>
        <p:spPr>
          <a:xfrm>
            <a:off x="10085832" y="1207008"/>
            <a:ext cx="896112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77272" y="1298448"/>
            <a:ext cx="128016" cy="12801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10351008" y="1207008"/>
            <a:ext cx="548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 live</a:t>
            </a:r>
            <a:endParaRPr lang="en-US" sz="820" dirty="0"/>
          </a:p>
        </p:txBody>
      </p:sp>
      <p:sp>
        <p:nvSpPr>
          <p:cNvPr id="40" name="Shape 34"/>
          <p:cNvSpPr/>
          <p:nvPr/>
        </p:nvSpPr>
        <p:spPr>
          <a:xfrm>
            <a:off x="6208776" y="1527048"/>
            <a:ext cx="929716" cy="4187952"/>
          </a:xfrm>
          <a:prstGeom prst="roundRect">
            <a:avLst>
              <a:gd name="adj" fmla="val 984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263640" y="1600200"/>
            <a:ext cx="60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SCENES</a:t>
            </a:r>
            <a:endParaRPr lang="en-US" sz="600" dirty="0"/>
          </a:p>
        </p:txBody>
      </p:sp>
      <p:sp>
        <p:nvSpPr>
          <p:cNvPr id="42" name="Text 36"/>
          <p:cNvSpPr/>
          <p:nvPr/>
        </p:nvSpPr>
        <p:spPr>
          <a:xfrm>
            <a:off x="6355080" y="1865376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620" dirty="0"/>
          </a:p>
        </p:txBody>
      </p:sp>
      <p:sp>
        <p:nvSpPr>
          <p:cNvPr id="43" name="Shape 37"/>
          <p:cNvSpPr/>
          <p:nvPr/>
        </p:nvSpPr>
        <p:spPr>
          <a:xfrm>
            <a:off x="6263640" y="2185416"/>
            <a:ext cx="81084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6345936" y="2295144"/>
            <a:ext cx="73152" cy="73152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6528816" y="2185416"/>
            <a:ext cx="4359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show</a:t>
            </a:r>
            <a:endParaRPr lang="en-US" sz="620" dirty="0"/>
          </a:p>
        </p:txBody>
      </p:sp>
      <p:sp>
        <p:nvSpPr>
          <p:cNvPr id="46" name="Text 40"/>
          <p:cNvSpPr/>
          <p:nvPr/>
        </p:nvSpPr>
        <p:spPr>
          <a:xfrm>
            <a:off x="6355080" y="2505456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BRB</a:t>
            </a:r>
            <a:endParaRPr lang="en-US" sz="620" dirty="0"/>
          </a:p>
        </p:txBody>
      </p:sp>
      <p:sp>
        <p:nvSpPr>
          <p:cNvPr id="47" name="Text 41"/>
          <p:cNvSpPr/>
          <p:nvPr/>
        </p:nvSpPr>
        <p:spPr>
          <a:xfrm>
            <a:off x="6355080" y="2825496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Ending</a:t>
            </a:r>
            <a:endParaRPr lang="en-US" sz="620" dirty="0"/>
          </a:p>
        </p:txBody>
      </p:sp>
      <p:sp>
        <p:nvSpPr>
          <p:cNvPr id="48" name="Shape 42"/>
          <p:cNvSpPr/>
          <p:nvPr/>
        </p:nvSpPr>
        <p:spPr>
          <a:xfrm>
            <a:off x="6272784" y="3227832"/>
            <a:ext cx="79255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263640" y="3319272"/>
            <a:ext cx="6096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</a:t>
            </a:r>
            <a:endParaRPr lang="en-US" sz="600" dirty="0"/>
          </a:p>
        </p:txBody>
      </p:sp>
      <p:sp>
        <p:nvSpPr>
          <p:cNvPr id="50" name="Shape 44"/>
          <p:cNvSpPr/>
          <p:nvPr/>
        </p:nvSpPr>
        <p:spPr>
          <a:xfrm>
            <a:off x="6263640" y="3584448"/>
            <a:ext cx="810844" cy="292608"/>
          </a:xfrm>
          <a:prstGeom prst="roundRect">
            <a:avLst>
              <a:gd name="adj" fmla="val 18750"/>
            </a:avLst>
          </a:prstGeom>
          <a:solidFill>
            <a:srgbClr val="1B2029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355080" y="3584448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Camera</a:t>
            </a:r>
            <a:endParaRPr lang="en-US" sz="620" dirty="0"/>
          </a:p>
        </p:txBody>
      </p:sp>
      <p:sp>
        <p:nvSpPr>
          <p:cNvPr id="52" name="Text 46"/>
          <p:cNvSpPr/>
          <p:nvPr/>
        </p:nvSpPr>
        <p:spPr>
          <a:xfrm>
            <a:off x="6355080" y="3886200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20" dirty="0"/>
          </a:p>
        </p:txBody>
      </p:sp>
      <p:sp>
        <p:nvSpPr>
          <p:cNvPr id="53" name="Text 47"/>
          <p:cNvSpPr/>
          <p:nvPr/>
        </p:nvSpPr>
        <p:spPr>
          <a:xfrm>
            <a:off x="6355080" y="4187952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Lower ⅓</a:t>
            </a:r>
            <a:endParaRPr lang="en-US" sz="580" dirty="0"/>
          </a:p>
        </p:txBody>
      </p:sp>
      <p:sp>
        <p:nvSpPr>
          <p:cNvPr id="54" name="Text 48"/>
          <p:cNvSpPr/>
          <p:nvPr/>
        </p:nvSpPr>
        <p:spPr>
          <a:xfrm>
            <a:off x="6355080" y="4489704"/>
            <a:ext cx="6096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2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Frame</a:t>
            </a:r>
            <a:endParaRPr lang="en-US" sz="620" dirty="0"/>
          </a:p>
        </p:txBody>
      </p:sp>
      <p:sp>
        <p:nvSpPr>
          <p:cNvPr id="55" name="Shape 49"/>
          <p:cNvSpPr/>
          <p:nvPr/>
        </p:nvSpPr>
        <p:spPr>
          <a:xfrm>
            <a:off x="7138492" y="1527048"/>
            <a:ext cx="2943454" cy="2865912"/>
          </a:xfrm>
          <a:prstGeom prst="roundRect">
            <a:avLst>
              <a:gd name="adj" fmla="val 319"/>
            </a:avLst>
          </a:prstGeom>
          <a:solidFill>
            <a:srgbClr val="090B0F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303084" y="1600200"/>
            <a:ext cx="1197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PREVIEW</a:t>
            </a:r>
            <a:endParaRPr lang="en-US" sz="700" dirty="0"/>
          </a:p>
        </p:txBody>
      </p:sp>
      <p:sp>
        <p:nvSpPr>
          <p:cNvPr id="57" name="Text 51"/>
          <p:cNvSpPr/>
          <p:nvPr/>
        </p:nvSpPr>
        <p:spPr>
          <a:xfrm>
            <a:off x="8719947" y="1600200"/>
            <a:ext cx="1197407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FF4D6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</a:t>
            </a:r>
            <a:endParaRPr lang="en-US" sz="700" dirty="0"/>
          </a:p>
        </p:txBody>
      </p:sp>
      <p:sp>
        <p:nvSpPr>
          <p:cNvPr id="58" name="Shape 52"/>
          <p:cNvSpPr/>
          <p:nvPr/>
        </p:nvSpPr>
        <p:spPr>
          <a:xfrm>
            <a:off x="7284796" y="1837944"/>
            <a:ext cx="1252271" cy="2152680"/>
          </a:xfrm>
          <a:prstGeom prst="roundRect">
            <a:avLst>
              <a:gd name="adj" fmla="val 5111"/>
            </a:avLst>
          </a:prstGeom>
          <a:solidFill>
            <a:srgbClr val="000000"/>
          </a:solidFill>
          <a:ln w="7620">
            <a:solidFill>
              <a:srgbClr val="353D49"/>
            </a:solidFill>
            <a:prstDash val="solid"/>
          </a:ln>
        </p:spPr>
      </p:sp>
      <p:sp>
        <p:nvSpPr>
          <p:cNvPr id="59" name="Shape 53"/>
          <p:cNvSpPr/>
          <p:nvPr/>
        </p:nvSpPr>
        <p:spPr>
          <a:xfrm>
            <a:off x="8683371" y="1837944"/>
            <a:ext cx="1252271" cy="2152680"/>
          </a:xfrm>
          <a:prstGeom prst="roundRect">
            <a:avLst>
              <a:gd name="adj" fmla="val 5111"/>
            </a:avLst>
          </a:prstGeom>
          <a:solidFill>
            <a:srgbClr val="000000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6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293940" y="1847088"/>
            <a:ext cx="1233983" cy="2134392"/>
          </a:xfrm>
          <a:prstGeom prst="rect">
            <a:avLst/>
          </a:prstGeom>
        </p:spPr>
      </p:pic>
      <p:pic>
        <p:nvPicPr>
          <p:cNvPr id="6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692515" y="1847088"/>
            <a:ext cx="1233983" cy="2134392"/>
          </a:xfrm>
          <a:prstGeom prst="rect">
            <a:avLst/>
          </a:prstGeom>
        </p:spPr>
      </p:pic>
      <p:sp>
        <p:nvSpPr>
          <p:cNvPr id="62" name="Shape 54"/>
          <p:cNvSpPr/>
          <p:nvPr/>
        </p:nvSpPr>
        <p:spPr>
          <a:xfrm>
            <a:off x="7549972" y="2532888"/>
            <a:ext cx="1005840" cy="1051560"/>
          </a:xfrm>
          <a:prstGeom prst="roundRect">
            <a:avLst>
              <a:gd name="adj" fmla="val 10909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63" name="Shape 55"/>
          <p:cNvSpPr/>
          <p:nvPr/>
        </p:nvSpPr>
        <p:spPr>
          <a:xfrm>
            <a:off x="7732852" y="2670048"/>
            <a:ext cx="640080" cy="77724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64" name="Shape 56"/>
          <p:cNvSpPr/>
          <p:nvPr/>
        </p:nvSpPr>
        <p:spPr>
          <a:xfrm>
            <a:off x="7871841" y="2669591"/>
            <a:ext cx="362102" cy="362102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65" name="Shape 57"/>
          <p:cNvSpPr/>
          <p:nvPr/>
        </p:nvSpPr>
        <p:spPr>
          <a:xfrm rot="10800000">
            <a:off x="7821549" y="2595982"/>
            <a:ext cx="462686" cy="422453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66" name="Shape 58"/>
          <p:cNvSpPr/>
          <p:nvPr/>
        </p:nvSpPr>
        <p:spPr>
          <a:xfrm>
            <a:off x="7700848" y="3079699"/>
            <a:ext cx="704088" cy="368046"/>
          </a:xfrm>
          <a:prstGeom prst="roundRect">
            <a:avLst>
              <a:gd name="adj" fmla="val 29814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67" name="Shape 59"/>
          <p:cNvSpPr/>
          <p:nvPr/>
        </p:nvSpPr>
        <p:spPr>
          <a:xfrm>
            <a:off x="8336356" y="2642616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68" name="Shape 60"/>
          <p:cNvSpPr/>
          <p:nvPr/>
        </p:nvSpPr>
        <p:spPr>
          <a:xfrm>
            <a:off x="8664626" y="2212848"/>
            <a:ext cx="960120" cy="1005840"/>
          </a:xfrm>
          <a:prstGeom prst="roundRect">
            <a:avLst>
              <a:gd name="adj" fmla="val 11429"/>
            </a:avLst>
          </a:prstGeom>
          <a:solidFill>
            <a:srgbClr val="11151D">
              <a:alpha val="96000"/>
            </a:srgbClr>
          </a:solidFill>
          <a:ln w="10160">
            <a:solidFill>
              <a:srgbClr val="353D49"/>
            </a:solidFill>
            <a:prstDash val="solid"/>
          </a:ln>
        </p:spPr>
      </p:sp>
      <p:sp>
        <p:nvSpPr>
          <p:cNvPr id="69" name="Shape 61"/>
          <p:cNvSpPr/>
          <p:nvPr/>
        </p:nvSpPr>
        <p:spPr>
          <a:xfrm>
            <a:off x="8847506" y="2350008"/>
            <a:ext cx="594360" cy="731520"/>
          </a:xfrm>
          <a:prstGeom prst="ellipse">
            <a:avLst/>
          </a:prstGeom>
          <a:solidFill>
            <a:srgbClr val="A879FF">
              <a:alpha val="12000"/>
            </a:srgbClr>
          </a:solidFill>
          <a:ln w="12700">
            <a:solidFill>
              <a:srgbClr val="A879FF">
                <a:alpha val="0"/>
              </a:srgbClr>
            </a:solidFill>
            <a:prstDash val="solid"/>
          </a:ln>
          <a:effectLst>
            <a:outerShdw sx="100000" sy="100000" kx="0" ky="0" algn="bl" rotWithShape="0" blurRad="444500" dist="50800" dir="2700000">
              <a:srgbClr val="A879FF">
                <a:alpha val="12000"/>
              </a:srgbClr>
            </a:outerShdw>
          </a:effectLst>
        </p:spPr>
      </p:sp>
      <p:sp>
        <p:nvSpPr>
          <p:cNvPr id="70" name="Shape 62"/>
          <p:cNvSpPr/>
          <p:nvPr/>
        </p:nvSpPr>
        <p:spPr>
          <a:xfrm>
            <a:off x="8971864" y="2343607"/>
            <a:ext cx="345643" cy="345643"/>
          </a:xfrm>
          <a:prstGeom prst="ellipse">
            <a:avLst/>
          </a:prstGeom>
          <a:solidFill>
            <a:srgbClr val="D4B2A5"/>
          </a:solidFill>
          <a:ln w="12700">
            <a:solidFill>
              <a:srgbClr val="E8C8BE">
                <a:alpha val="0"/>
              </a:srgbClr>
            </a:solidFill>
            <a:prstDash val="solid"/>
          </a:ln>
        </p:spPr>
      </p:sp>
      <p:sp>
        <p:nvSpPr>
          <p:cNvPr id="71" name="Shape 63"/>
          <p:cNvSpPr/>
          <p:nvPr/>
        </p:nvSpPr>
        <p:spPr>
          <a:xfrm rot="10800000">
            <a:off x="8923858" y="2273198"/>
            <a:ext cx="441655" cy="403250"/>
          </a:xfrm>
          <a:prstGeom prst="arc">
            <a:avLst/>
          </a:prstGeom>
          <a:solidFill>
            <a:srgbClr val="1B2029"/>
          </a:solidFill>
          <a:ln w="12700">
            <a:solidFill>
              <a:srgbClr val="1B2029"/>
            </a:solidFill>
            <a:prstDash val="solid"/>
          </a:ln>
        </p:spPr>
      </p:sp>
      <p:sp>
        <p:nvSpPr>
          <p:cNvPr id="72" name="Shape 64"/>
          <p:cNvSpPr/>
          <p:nvPr/>
        </p:nvSpPr>
        <p:spPr>
          <a:xfrm>
            <a:off x="8808644" y="2735885"/>
            <a:ext cx="672084" cy="352044"/>
          </a:xfrm>
          <a:prstGeom prst="roundRect">
            <a:avLst>
              <a:gd name="adj" fmla="val 31169"/>
            </a:avLst>
          </a:prstGeom>
          <a:solidFill>
            <a:srgbClr val="1B2435"/>
          </a:solidFill>
          <a:ln w="6350">
            <a:solidFill>
              <a:srgbClr val="28334A"/>
            </a:solidFill>
            <a:prstDash val="solid"/>
          </a:ln>
        </p:spPr>
      </p:sp>
      <p:sp>
        <p:nvSpPr>
          <p:cNvPr id="73" name="Shape 65"/>
          <p:cNvSpPr/>
          <p:nvPr/>
        </p:nvSpPr>
        <p:spPr>
          <a:xfrm>
            <a:off x="9405290" y="2322576"/>
            <a:ext cx="82296" cy="82296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74" name="Shape 66"/>
          <p:cNvSpPr/>
          <p:nvPr/>
        </p:nvSpPr>
        <p:spPr>
          <a:xfrm>
            <a:off x="8811387" y="1956816"/>
            <a:ext cx="914400" cy="228600"/>
          </a:xfrm>
          <a:prstGeom prst="roundRect">
            <a:avLst>
              <a:gd name="adj" fmla="val 32000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pic>
        <p:nvPicPr>
          <p:cNvPr id="7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884539" y="2016252"/>
            <a:ext cx="109728" cy="109728"/>
          </a:xfrm>
          <a:prstGeom prst="rect">
            <a:avLst/>
          </a:prstGeom>
        </p:spPr>
      </p:pic>
      <p:sp>
        <p:nvSpPr>
          <p:cNvPr id="76" name="Text 67"/>
          <p:cNvSpPr/>
          <p:nvPr/>
        </p:nvSpPr>
        <p:spPr>
          <a:xfrm>
            <a:off x="9039987" y="1970532"/>
            <a:ext cx="630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· 00:12:48</a:t>
            </a:r>
            <a:endParaRPr lang="en-US" sz="740" dirty="0"/>
          </a:p>
        </p:txBody>
      </p:sp>
      <p:sp>
        <p:nvSpPr>
          <p:cNvPr id="77" name="Shape 68"/>
          <p:cNvSpPr/>
          <p:nvPr/>
        </p:nvSpPr>
        <p:spPr>
          <a:xfrm>
            <a:off x="8189595" y="4063776"/>
            <a:ext cx="512064" cy="310896"/>
          </a:xfrm>
          <a:prstGeom prst="roundRect">
            <a:avLst>
              <a:gd name="adj" fmla="val 23529"/>
            </a:avLst>
          </a:prstGeom>
          <a:solidFill>
            <a:srgbClr val="1B2029"/>
          </a:solidFill>
          <a:ln w="8890">
            <a:solidFill>
              <a:srgbClr val="353D49"/>
            </a:solidFill>
            <a:prstDash val="solid"/>
          </a:ln>
        </p:spPr>
      </p:sp>
      <p:sp>
        <p:nvSpPr>
          <p:cNvPr id="78" name="Text 69"/>
          <p:cNvSpPr/>
          <p:nvPr/>
        </p:nvSpPr>
        <p:spPr>
          <a:xfrm>
            <a:off x="8262747" y="4063776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Cut</a:t>
            </a:r>
            <a:endParaRPr lang="en-US" sz="780" dirty="0"/>
          </a:p>
        </p:txBody>
      </p:sp>
      <p:sp>
        <p:nvSpPr>
          <p:cNvPr id="79" name="Shape 70"/>
          <p:cNvSpPr/>
          <p:nvPr/>
        </p:nvSpPr>
        <p:spPr>
          <a:xfrm>
            <a:off x="8738235" y="4063776"/>
            <a:ext cx="585216" cy="310896"/>
          </a:xfrm>
          <a:prstGeom prst="roundRect">
            <a:avLst>
              <a:gd name="adj" fmla="val 23529"/>
            </a:avLst>
          </a:prstGeom>
          <a:solidFill>
            <a:srgbClr val="4F65E8"/>
          </a:solidFill>
          <a:ln w="889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80" name="Text 71"/>
          <p:cNvSpPr/>
          <p:nvPr/>
        </p:nvSpPr>
        <p:spPr>
          <a:xfrm>
            <a:off x="8811387" y="406377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</a:t>
            </a:r>
            <a:endParaRPr lang="en-US" sz="780" dirty="0"/>
          </a:p>
        </p:txBody>
      </p:sp>
      <p:sp>
        <p:nvSpPr>
          <p:cNvPr id="81" name="Shape 72"/>
          <p:cNvSpPr/>
          <p:nvPr/>
        </p:nvSpPr>
        <p:spPr>
          <a:xfrm>
            <a:off x="10081946" y="1527048"/>
            <a:ext cx="1183462" cy="4187952"/>
          </a:xfrm>
          <a:prstGeom prst="roundRect">
            <a:avLst>
              <a:gd name="adj" fmla="val 773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82" name="Text 73"/>
          <p:cNvSpPr/>
          <p:nvPr/>
        </p:nvSpPr>
        <p:spPr>
          <a:xfrm>
            <a:off x="10164242" y="1600200"/>
            <a:ext cx="82684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</a:t>
            </a:r>
            <a:endParaRPr lang="en-US" sz="600" dirty="0"/>
          </a:p>
        </p:txBody>
      </p:sp>
      <p:pic>
        <p:nvPicPr>
          <p:cNvPr id="83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1036808" y="1673352"/>
            <a:ext cx="91440" cy="91440"/>
          </a:xfrm>
          <a:prstGeom prst="rect">
            <a:avLst/>
          </a:prstGeom>
        </p:spPr>
      </p:pic>
      <p:sp>
        <p:nvSpPr>
          <p:cNvPr id="84" name="Shape 74"/>
          <p:cNvSpPr/>
          <p:nvPr/>
        </p:nvSpPr>
        <p:spPr>
          <a:xfrm>
            <a:off x="10191674" y="1856232"/>
            <a:ext cx="685800" cy="228600"/>
          </a:xfrm>
          <a:prstGeom prst="roundRect">
            <a:avLst>
              <a:gd name="adj" fmla="val 32000"/>
            </a:avLst>
          </a:prstGeom>
          <a:solidFill>
            <a:srgbClr val="FF4D6D"/>
          </a:solidFill>
          <a:ln w="635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85" name="Text 75"/>
          <p:cNvSpPr/>
          <p:nvPr/>
        </p:nvSpPr>
        <p:spPr>
          <a:xfrm>
            <a:off x="10264826" y="1869948"/>
            <a:ext cx="539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</a:t>
            </a:r>
            <a:endParaRPr lang="en-US" sz="720" dirty="0"/>
          </a:p>
        </p:txBody>
      </p:sp>
      <p:sp>
        <p:nvSpPr>
          <p:cNvPr id="86" name="Text 76"/>
          <p:cNvSpPr/>
          <p:nvPr/>
        </p:nvSpPr>
        <p:spPr>
          <a:xfrm>
            <a:off x="10191674" y="2203704"/>
            <a:ext cx="973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Destinations</a:t>
            </a:r>
            <a:endParaRPr lang="en-US" sz="880" dirty="0"/>
          </a:p>
        </p:txBody>
      </p:sp>
      <p:sp>
        <p:nvSpPr>
          <p:cNvPr id="87" name="Shape 77"/>
          <p:cNvSpPr/>
          <p:nvPr/>
        </p:nvSpPr>
        <p:spPr>
          <a:xfrm>
            <a:off x="10255682" y="2569464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88" name="Text 78"/>
          <p:cNvSpPr/>
          <p:nvPr/>
        </p:nvSpPr>
        <p:spPr>
          <a:xfrm>
            <a:off x="10438562" y="2459736"/>
            <a:ext cx="6348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Twitch</a:t>
            </a:r>
            <a:endParaRPr lang="en-US" sz="580" dirty="0"/>
          </a:p>
        </p:txBody>
      </p:sp>
      <p:sp>
        <p:nvSpPr>
          <p:cNvPr id="89" name="Shape 79"/>
          <p:cNvSpPr/>
          <p:nvPr/>
        </p:nvSpPr>
        <p:spPr>
          <a:xfrm>
            <a:off x="10255682" y="2889504"/>
            <a:ext cx="73152" cy="73152"/>
          </a:xfrm>
          <a:prstGeom prst="ellipse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90" name="Text 80"/>
          <p:cNvSpPr/>
          <p:nvPr/>
        </p:nvSpPr>
        <p:spPr>
          <a:xfrm>
            <a:off x="10438562" y="2779776"/>
            <a:ext cx="6348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8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YouTube</a:t>
            </a:r>
            <a:endParaRPr lang="en-US" sz="580" dirty="0"/>
          </a:p>
        </p:txBody>
      </p:sp>
      <p:sp>
        <p:nvSpPr>
          <p:cNvPr id="91" name="Shape 81"/>
          <p:cNvSpPr/>
          <p:nvPr/>
        </p:nvSpPr>
        <p:spPr>
          <a:xfrm>
            <a:off x="10255682" y="3209544"/>
            <a:ext cx="73152" cy="73152"/>
          </a:xfrm>
          <a:prstGeom prst="ellipse">
            <a:avLst/>
          </a:prstGeom>
          <a:solidFill>
            <a:srgbClr val="7C8FFF"/>
          </a:solidFill>
          <a:ln w="12700">
            <a:solidFill>
              <a:srgbClr val="7C8FFF">
                <a:alpha val="0"/>
              </a:srgbClr>
            </a:solidFill>
            <a:prstDash val="solid"/>
          </a:ln>
        </p:spPr>
      </p:sp>
      <p:sp>
        <p:nvSpPr>
          <p:cNvPr id="92" name="Text 82"/>
          <p:cNvSpPr/>
          <p:nvPr/>
        </p:nvSpPr>
        <p:spPr>
          <a:xfrm>
            <a:off x="10438562" y="3099816"/>
            <a:ext cx="6348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56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rec.</a:t>
            </a:r>
            <a:endParaRPr lang="en-US" sz="560" dirty="0"/>
          </a:p>
        </p:txBody>
      </p:sp>
      <p:sp>
        <p:nvSpPr>
          <p:cNvPr id="93" name="Shape 83"/>
          <p:cNvSpPr/>
          <p:nvPr/>
        </p:nvSpPr>
        <p:spPr>
          <a:xfrm>
            <a:off x="10173386" y="3474720"/>
            <a:ext cx="1009726" cy="0"/>
          </a:xfrm>
          <a:prstGeom prst="line">
            <a:avLst/>
          </a:prstGeom>
          <a:noFill/>
          <a:ln w="7620">
            <a:solidFill>
              <a:srgbClr val="20252D"/>
            </a:solidFill>
            <a:prstDash val="solid"/>
          </a:ln>
        </p:spPr>
      </p:sp>
      <p:sp>
        <p:nvSpPr>
          <p:cNvPr id="94" name="Text 84"/>
          <p:cNvSpPr/>
          <p:nvPr/>
        </p:nvSpPr>
        <p:spPr>
          <a:xfrm>
            <a:off x="10191674" y="3611880"/>
            <a:ext cx="97315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</a:t>
            </a:r>
            <a:endParaRPr lang="en-US" sz="880" dirty="0"/>
          </a:p>
        </p:txBody>
      </p:sp>
      <p:sp>
        <p:nvSpPr>
          <p:cNvPr id="95" name="Text 85"/>
          <p:cNvSpPr/>
          <p:nvPr/>
        </p:nvSpPr>
        <p:spPr>
          <a:xfrm>
            <a:off x="10191674" y="391363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Video</a:t>
            </a:r>
            <a:endParaRPr lang="en-US" sz="640" dirty="0"/>
          </a:p>
        </p:txBody>
      </p:sp>
      <p:sp>
        <p:nvSpPr>
          <p:cNvPr id="96" name="Shape 86"/>
          <p:cNvSpPr/>
          <p:nvPr/>
        </p:nvSpPr>
        <p:spPr>
          <a:xfrm>
            <a:off x="10475138" y="3913632"/>
            <a:ext cx="689686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97" name="Text 87"/>
          <p:cNvSpPr/>
          <p:nvPr/>
        </p:nvSpPr>
        <p:spPr>
          <a:xfrm>
            <a:off x="10557434" y="3913632"/>
            <a:ext cx="552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8.4 Mbps</a:t>
            </a:r>
            <a:endParaRPr lang="en-US" sz="640" dirty="0"/>
          </a:p>
        </p:txBody>
      </p:sp>
      <p:sp>
        <p:nvSpPr>
          <p:cNvPr id="98" name="Text 88"/>
          <p:cNvSpPr/>
          <p:nvPr/>
        </p:nvSpPr>
        <p:spPr>
          <a:xfrm>
            <a:off x="10191674" y="423367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Drop</a:t>
            </a:r>
            <a:endParaRPr lang="en-US" sz="640" dirty="0"/>
          </a:p>
        </p:txBody>
      </p:sp>
      <p:sp>
        <p:nvSpPr>
          <p:cNvPr id="99" name="Shape 89"/>
          <p:cNvSpPr/>
          <p:nvPr/>
        </p:nvSpPr>
        <p:spPr>
          <a:xfrm>
            <a:off x="10475138" y="4233672"/>
            <a:ext cx="689686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0" name="Text 90"/>
          <p:cNvSpPr/>
          <p:nvPr/>
        </p:nvSpPr>
        <p:spPr>
          <a:xfrm>
            <a:off x="10557434" y="4233672"/>
            <a:ext cx="552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0.03 %</a:t>
            </a:r>
            <a:endParaRPr lang="en-US" sz="640" dirty="0"/>
          </a:p>
        </p:txBody>
      </p:sp>
      <p:sp>
        <p:nvSpPr>
          <p:cNvPr id="101" name="Text 91"/>
          <p:cNvSpPr/>
          <p:nvPr/>
        </p:nvSpPr>
        <p:spPr>
          <a:xfrm>
            <a:off x="10191674" y="4553712"/>
            <a:ext cx="2468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Delay</a:t>
            </a:r>
            <a:endParaRPr lang="en-US" sz="640" dirty="0"/>
          </a:p>
        </p:txBody>
      </p:sp>
      <p:sp>
        <p:nvSpPr>
          <p:cNvPr id="102" name="Shape 92"/>
          <p:cNvSpPr/>
          <p:nvPr/>
        </p:nvSpPr>
        <p:spPr>
          <a:xfrm>
            <a:off x="10475138" y="4553712"/>
            <a:ext cx="689686" cy="256032"/>
          </a:xfrm>
          <a:prstGeom prst="roundRect">
            <a:avLst>
              <a:gd name="adj" fmla="val 21429"/>
            </a:avLst>
          </a:prstGeom>
          <a:solidFill>
            <a:srgbClr val="151922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3" name="Text 93"/>
          <p:cNvSpPr/>
          <p:nvPr/>
        </p:nvSpPr>
        <p:spPr>
          <a:xfrm>
            <a:off x="10557434" y="4553712"/>
            <a:ext cx="5525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640" dirty="0">
                <a:solidFill>
                  <a:srgbClr val="C9CED6"/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1.7 s</a:t>
            </a:r>
            <a:endParaRPr lang="en-US" sz="640" dirty="0"/>
          </a:p>
        </p:txBody>
      </p:sp>
      <p:sp>
        <p:nvSpPr>
          <p:cNvPr id="104" name="Shape 94"/>
          <p:cNvSpPr/>
          <p:nvPr/>
        </p:nvSpPr>
        <p:spPr>
          <a:xfrm>
            <a:off x="7138492" y="4392960"/>
            <a:ext cx="2943454" cy="1322040"/>
          </a:xfrm>
          <a:prstGeom prst="roundRect">
            <a:avLst>
              <a:gd name="adj" fmla="val 692"/>
            </a:avLst>
          </a:prstGeom>
          <a:solidFill>
            <a:srgbClr val="0B0D11"/>
          </a:solidFill>
          <a:ln w="6350">
            <a:solidFill>
              <a:srgbClr val="20252D"/>
            </a:solidFill>
            <a:prstDash val="solid"/>
          </a:ln>
        </p:spPr>
      </p:sp>
      <p:sp>
        <p:nvSpPr>
          <p:cNvPr id="105" name="Text 95"/>
          <p:cNvSpPr/>
          <p:nvPr/>
        </p:nvSpPr>
        <p:spPr>
          <a:xfrm>
            <a:off x="7293940" y="4438680"/>
            <a:ext cx="246796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AUDIO MIXER</a:t>
            </a:r>
            <a:endParaRPr lang="en-US" sz="720" dirty="0"/>
          </a:p>
        </p:txBody>
      </p:sp>
      <p:pic>
        <p:nvPicPr>
          <p:cNvPr id="106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853346" y="4511832"/>
            <a:ext cx="91440" cy="91440"/>
          </a:xfrm>
          <a:prstGeom prst="rect">
            <a:avLst/>
          </a:prstGeom>
        </p:spPr>
      </p:pic>
      <p:sp>
        <p:nvSpPr>
          <p:cNvPr id="107" name="Shape 96"/>
          <p:cNvSpPr/>
          <p:nvPr/>
        </p:nvSpPr>
        <p:spPr>
          <a:xfrm>
            <a:off x="7202500" y="4694712"/>
            <a:ext cx="658139" cy="983712"/>
          </a:xfrm>
          <a:prstGeom prst="roundRect">
            <a:avLst>
              <a:gd name="adj" fmla="val 1111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08" name="Text 97"/>
          <p:cNvSpPr/>
          <p:nvPr/>
        </p:nvSpPr>
        <p:spPr>
          <a:xfrm>
            <a:off x="7266508" y="4722144"/>
            <a:ext cx="5301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Mic</a:t>
            </a:r>
            <a:endParaRPr lang="en-US" sz="680" dirty="0"/>
          </a:p>
        </p:txBody>
      </p:sp>
      <p:sp>
        <p:nvSpPr>
          <p:cNvPr id="109" name="Text 98"/>
          <p:cNvSpPr/>
          <p:nvPr/>
        </p:nvSpPr>
        <p:spPr>
          <a:xfrm>
            <a:off x="7248220" y="4850160"/>
            <a:ext cx="56669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MOTU M2</a:t>
            </a:r>
            <a:endParaRPr lang="en-US" sz="530" dirty="0"/>
          </a:p>
        </p:txBody>
      </p:sp>
      <p:sp>
        <p:nvSpPr>
          <p:cNvPr id="110" name="Shape 99"/>
          <p:cNvSpPr/>
          <p:nvPr/>
        </p:nvSpPr>
        <p:spPr>
          <a:xfrm>
            <a:off x="7284796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11" name="Shape 100"/>
          <p:cNvSpPr/>
          <p:nvPr/>
        </p:nvSpPr>
        <p:spPr>
          <a:xfrm>
            <a:off x="7312228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2" name="Shape 101"/>
          <p:cNvSpPr/>
          <p:nvPr/>
        </p:nvSpPr>
        <p:spPr>
          <a:xfrm>
            <a:off x="7312228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3" name="Shape 102"/>
          <p:cNvSpPr/>
          <p:nvPr/>
        </p:nvSpPr>
        <p:spPr>
          <a:xfrm>
            <a:off x="7312228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4" name="Shape 103"/>
          <p:cNvSpPr/>
          <p:nvPr/>
        </p:nvSpPr>
        <p:spPr>
          <a:xfrm>
            <a:off x="7312228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5" name="Shape 104"/>
          <p:cNvSpPr/>
          <p:nvPr/>
        </p:nvSpPr>
        <p:spPr>
          <a:xfrm>
            <a:off x="7312228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6" name="Shape 105"/>
          <p:cNvSpPr/>
          <p:nvPr/>
        </p:nvSpPr>
        <p:spPr>
          <a:xfrm>
            <a:off x="7312228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7" name="Shape 106"/>
          <p:cNvSpPr/>
          <p:nvPr/>
        </p:nvSpPr>
        <p:spPr>
          <a:xfrm>
            <a:off x="7312228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8" name="Shape 107"/>
          <p:cNvSpPr/>
          <p:nvPr/>
        </p:nvSpPr>
        <p:spPr>
          <a:xfrm>
            <a:off x="7312228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19" name="Shape 108"/>
          <p:cNvSpPr/>
          <p:nvPr/>
        </p:nvSpPr>
        <p:spPr>
          <a:xfrm>
            <a:off x="7312228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0" name="Shape 109"/>
          <p:cNvSpPr/>
          <p:nvPr/>
        </p:nvSpPr>
        <p:spPr>
          <a:xfrm>
            <a:off x="7312228" y="5181905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1" name="Shape 110"/>
          <p:cNvSpPr/>
          <p:nvPr/>
        </p:nvSpPr>
        <p:spPr>
          <a:xfrm>
            <a:off x="7312228" y="515986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2" name="Shape 111"/>
          <p:cNvSpPr/>
          <p:nvPr/>
        </p:nvSpPr>
        <p:spPr>
          <a:xfrm>
            <a:off x="7312228" y="513783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23" name="Shape 112"/>
          <p:cNvSpPr/>
          <p:nvPr/>
        </p:nvSpPr>
        <p:spPr>
          <a:xfrm>
            <a:off x="7312228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4" name="Shape 113"/>
          <p:cNvSpPr/>
          <p:nvPr/>
        </p:nvSpPr>
        <p:spPr>
          <a:xfrm>
            <a:off x="7312228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5" name="Shape 114"/>
          <p:cNvSpPr/>
          <p:nvPr/>
        </p:nvSpPr>
        <p:spPr>
          <a:xfrm>
            <a:off x="7312228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6" name="Shape 115"/>
          <p:cNvSpPr/>
          <p:nvPr/>
        </p:nvSpPr>
        <p:spPr>
          <a:xfrm>
            <a:off x="7312228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7" name="Shape 116"/>
          <p:cNvSpPr/>
          <p:nvPr/>
        </p:nvSpPr>
        <p:spPr>
          <a:xfrm>
            <a:off x="7312228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8" name="Shape 117"/>
          <p:cNvSpPr/>
          <p:nvPr/>
        </p:nvSpPr>
        <p:spPr>
          <a:xfrm>
            <a:off x="7312228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29" name="Shape 118"/>
          <p:cNvSpPr/>
          <p:nvPr/>
        </p:nvSpPr>
        <p:spPr>
          <a:xfrm>
            <a:off x="7303084" y="5058602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30" name="Shape 119"/>
          <p:cNvSpPr/>
          <p:nvPr/>
        </p:nvSpPr>
        <p:spPr>
          <a:xfrm>
            <a:off x="7403668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31" name="Shape 120"/>
          <p:cNvSpPr/>
          <p:nvPr/>
        </p:nvSpPr>
        <p:spPr>
          <a:xfrm>
            <a:off x="7431100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2" name="Shape 121"/>
          <p:cNvSpPr/>
          <p:nvPr/>
        </p:nvSpPr>
        <p:spPr>
          <a:xfrm>
            <a:off x="7431100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3" name="Shape 122"/>
          <p:cNvSpPr/>
          <p:nvPr/>
        </p:nvSpPr>
        <p:spPr>
          <a:xfrm>
            <a:off x="7431100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4" name="Shape 123"/>
          <p:cNvSpPr/>
          <p:nvPr/>
        </p:nvSpPr>
        <p:spPr>
          <a:xfrm>
            <a:off x="7431100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5" name="Shape 124"/>
          <p:cNvSpPr/>
          <p:nvPr/>
        </p:nvSpPr>
        <p:spPr>
          <a:xfrm>
            <a:off x="7431100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6" name="Shape 125"/>
          <p:cNvSpPr/>
          <p:nvPr/>
        </p:nvSpPr>
        <p:spPr>
          <a:xfrm>
            <a:off x="7431100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7" name="Shape 126"/>
          <p:cNvSpPr/>
          <p:nvPr/>
        </p:nvSpPr>
        <p:spPr>
          <a:xfrm>
            <a:off x="7431100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8" name="Shape 127"/>
          <p:cNvSpPr/>
          <p:nvPr/>
        </p:nvSpPr>
        <p:spPr>
          <a:xfrm>
            <a:off x="7431100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39" name="Shape 128"/>
          <p:cNvSpPr/>
          <p:nvPr/>
        </p:nvSpPr>
        <p:spPr>
          <a:xfrm>
            <a:off x="7431100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0" name="Shape 129"/>
          <p:cNvSpPr/>
          <p:nvPr/>
        </p:nvSpPr>
        <p:spPr>
          <a:xfrm>
            <a:off x="7431100" y="5181905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1" name="Shape 130"/>
          <p:cNvSpPr/>
          <p:nvPr/>
        </p:nvSpPr>
        <p:spPr>
          <a:xfrm>
            <a:off x="7431100" y="515986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42" name="Shape 131"/>
          <p:cNvSpPr/>
          <p:nvPr/>
        </p:nvSpPr>
        <p:spPr>
          <a:xfrm>
            <a:off x="7431100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3" name="Shape 132"/>
          <p:cNvSpPr/>
          <p:nvPr/>
        </p:nvSpPr>
        <p:spPr>
          <a:xfrm>
            <a:off x="7431100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4" name="Shape 133"/>
          <p:cNvSpPr/>
          <p:nvPr/>
        </p:nvSpPr>
        <p:spPr>
          <a:xfrm>
            <a:off x="7431100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5" name="Shape 134"/>
          <p:cNvSpPr/>
          <p:nvPr/>
        </p:nvSpPr>
        <p:spPr>
          <a:xfrm>
            <a:off x="7431100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6" name="Shape 135"/>
          <p:cNvSpPr/>
          <p:nvPr/>
        </p:nvSpPr>
        <p:spPr>
          <a:xfrm>
            <a:off x="7431100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7" name="Shape 136"/>
          <p:cNvSpPr/>
          <p:nvPr/>
        </p:nvSpPr>
        <p:spPr>
          <a:xfrm>
            <a:off x="7431100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8" name="Shape 137"/>
          <p:cNvSpPr/>
          <p:nvPr/>
        </p:nvSpPr>
        <p:spPr>
          <a:xfrm>
            <a:off x="7431100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49" name="Shape 138"/>
          <p:cNvSpPr/>
          <p:nvPr/>
        </p:nvSpPr>
        <p:spPr>
          <a:xfrm>
            <a:off x="7421956" y="5078984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50" name="Shape 139"/>
          <p:cNvSpPr/>
          <p:nvPr/>
        </p:nvSpPr>
        <p:spPr>
          <a:xfrm>
            <a:off x="7595692" y="5033040"/>
            <a:ext cx="0" cy="33448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151" name="Shape 140"/>
          <p:cNvSpPr/>
          <p:nvPr/>
        </p:nvSpPr>
        <p:spPr>
          <a:xfrm>
            <a:off x="7540828" y="5151181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2" name="Shape 141"/>
          <p:cNvSpPr/>
          <p:nvPr/>
        </p:nvSpPr>
        <p:spPr>
          <a:xfrm>
            <a:off x="7531456" y="5005608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3" name="Text 142"/>
          <p:cNvSpPr/>
          <p:nvPr/>
        </p:nvSpPr>
        <p:spPr>
          <a:xfrm>
            <a:off x="7604608" y="5019324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154" name="Shape 143"/>
          <p:cNvSpPr/>
          <p:nvPr/>
        </p:nvSpPr>
        <p:spPr>
          <a:xfrm>
            <a:off x="7696048" y="5005608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155" name="Text 144"/>
          <p:cNvSpPr/>
          <p:nvPr/>
        </p:nvSpPr>
        <p:spPr>
          <a:xfrm>
            <a:off x="7769200" y="5019324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156" name="Shape 145"/>
          <p:cNvSpPr/>
          <p:nvPr/>
        </p:nvSpPr>
        <p:spPr>
          <a:xfrm>
            <a:off x="7531456" y="5215920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4F65E8"/>
          </a:solidFill>
          <a:ln w="6350">
            <a:solidFill>
              <a:srgbClr val="4F65E8">
                <a:alpha val="0"/>
              </a:srgbClr>
            </a:solidFill>
            <a:prstDash val="solid"/>
          </a:ln>
        </p:spPr>
      </p:sp>
      <p:sp>
        <p:nvSpPr>
          <p:cNvPr id="157" name="Text 146"/>
          <p:cNvSpPr/>
          <p:nvPr/>
        </p:nvSpPr>
        <p:spPr>
          <a:xfrm>
            <a:off x="7604608" y="522963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158" name="Text 147"/>
          <p:cNvSpPr/>
          <p:nvPr/>
        </p:nvSpPr>
        <p:spPr>
          <a:xfrm>
            <a:off x="7257364" y="5513832"/>
            <a:ext cx="5484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 + VOD</a:t>
            </a:r>
            <a:endParaRPr lang="en-US" sz="540" dirty="0"/>
          </a:p>
        </p:txBody>
      </p:sp>
      <p:sp>
        <p:nvSpPr>
          <p:cNvPr id="159" name="Shape 148"/>
          <p:cNvSpPr/>
          <p:nvPr/>
        </p:nvSpPr>
        <p:spPr>
          <a:xfrm>
            <a:off x="7906360" y="4694712"/>
            <a:ext cx="658139" cy="983712"/>
          </a:xfrm>
          <a:prstGeom prst="roundRect">
            <a:avLst>
              <a:gd name="adj" fmla="val 1111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160" name="Text 149"/>
          <p:cNvSpPr/>
          <p:nvPr/>
        </p:nvSpPr>
        <p:spPr>
          <a:xfrm>
            <a:off x="7970368" y="4722144"/>
            <a:ext cx="5301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</a:t>
            </a:r>
            <a:endParaRPr lang="en-US" sz="680" dirty="0"/>
          </a:p>
        </p:txBody>
      </p:sp>
      <p:sp>
        <p:nvSpPr>
          <p:cNvPr id="161" name="Text 150"/>
          <p:cNvSpPr/>
          <p:nvPr/>
        </p:nvSpPr>
        <p:spPr>
          <a:xfrm>
            <a:off x="7952080" y="4850160"/>
            <a:ext cx="56669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Game Audio</a:t>
            </a:r>
            <a:endParaRPr lang="en-US" sz="530" dirty="0"/>
          </a:p>
        </p:txBody>
      </p:sp>
      <p:sp>
        <p:nvSpPr>
          <p:cNvPr id="162" name="Shape 151"/>
          <p:cNvSpPr/>
          <p:nvPr/>
        </p:nvSpPr>
        <p:spPr>
          <a:xfrm>
            <a:off x="7988656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63" name="Shape 152"/>
          <p:cNvSpPr/>
          <p:nvPr/>
        </p:nvSpPr>
        <p:spPr>
          <a:xfrm>
            <a:off x="8016088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4" name="Shape 153"/>
          <p:cNvSpPr/>
          <p:nvPr/>
        </p:nvSpPr>
        <p:spPr>
          <a:xfrm>
            <a:off x="8016088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5" name="Shape 154"/>
          <p:cNvSpPr/>
          <p:nvPr/>
        </p:nvSpPr>
        <p:spPr>
          <a:xfrm>
            <a:off x="8016088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6" name="Shape 155"/>
          <p:cNvSpPr/>
          <p:nvPr/>
        </p:nvSpPr>
        <p:spPr>
          <a:xfrm>
            <a:off x="8016088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7" name="Shape 156"/>
          <p:cNvSpPr/>
          <p:nvPr/>
        </p:nvSpPr>
        <p:spPr>
          <a:xfrm>
            <a:off x="8016088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8" name="Shape 157"/>
          <p:cNvSpPr/>
          <p:nvPr/>
        </p:nvSpPr>
        <p:spPr>
          <a:xfrm>
            <a:off x="8016088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69" name="Shape 158"/>
          <p:cNvSpPr/>
          <p:nvPr/>
        </p:nvSpPr>
        <p:spPr>
          <a:xfrm>
            <a:off x="8016088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0" name="Shape 159"/>
          <p:cNvSpPr/>
          <p:nvPr/>
        </p:nvSpPr>
        <p:spPr>
          <a:xfrm>
            <a:off x="8016088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1" name="Shape 160"/>
          <p:cNvSpPr/>
          <p:nvPr/>
        </p:nvSpPr>
        <p:spPr>
          <a:xfrm>
            <a:off x="8016088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2" name="Shape 161"/>
          <p:cNvSpPr/>
          <p:nvPr/>
        </p:nvSpPr>
        <p:spPr>
          <a:xfrm>
            <a:off x="8016088" y="5181905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73" name="Shape 162"/>
          <p:cNvSpPr/>
          <p:nvPr/>
        </p:nvSpPr>
        <p:spPr>
          <a:xfrm>
            <a:off x="8016088" y="515986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4" name="Shape 163"/>
          <p:cNvSpPr/>
          <p:nvPr/>
        </p:nvSpPr>
        <p:spPr>
          <a:xfrm>
            <a:off x="8016088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5" name="Shape 164"/>
          <p:cNvSpPr/>
          <p:nvPr/>
        </p:nvSpPr>
        <p:spPr>
          <a:xfrm>
            <a:off x="8016088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6" name="Shape 165"/>
          <p:cNvSpPr/>
          <p:nvPr/>
        </p:nvSpPr>
        <p:spPr>
          <a:xfrm>
            <a:off x="8016088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7" name="Shape 166"/>
          <p:cNvSpPr/>
          <p:nvPr/>
        </p:nvSpPr>
        <p:spPr>
          <a:xfrm>
            <a:off x="8016088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8" name="Shape 167"/>
          <p:cNvSpPr/>
          <p:nvPr/>
        </p:nvSpPr>
        <p:spPr>
          <a:xfrm>
            <a:off x="8016088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79" name="Shape 168"/>
          <p:cNvSpPr/>
          <p:nvPr/>
        </p:nvSpPr>
        <p:spPr>
          <a:xfrm>
            <a:off x="8016088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80" name="Shape 169"/>
          <p:cNvSpPr/>
          <p:nvPr/>
        </p:nvSpPr>
        <p:spPr>
          <a:xfrm>
            <a:off x="8016088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81" name="Shape 170"/>
          <p:cNvSpPr/>
          <p:nvPr/>
        </p:nvSpPr>
        <p:spPr>
          <a:xfrm>
            <a:off x="8006944" y="5123824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182" name="Shape 171"/>
          <p:cNvSpPr/>
          <p:nvPr/>
        </p:nvSpPr>
        <p:spPr>
          <a:xfrm>
            <a:off x="8107528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183" name="Shape 172"/>
          <p:cNvSpPr/>
          <p:nvPr/>
        </p:nvSpPr>
        <p:spPr>
          <a:xfrm>
            <a:off x="8134960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4" name="Shape 173"/>
          <p:cNvSpPr/>
          <p:nvPr/>
        </p:nvSpPr>
        <p:spPr>
          <a:xfrm>
            <a:off x="8134960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5" name="Shape 174"/>
          <p:cNvSpPr/>
          <p:nvPr/>
        </p:nvSpPr>
        <p:spPr>
          <a:xfrm>
            <a:off x="8134960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6" name="Shape 175"/>
          <p:cNvSpPr/>
          <p:nvPr/>
        </p:nvSpPr>
        <p:spPr>
          <a:xfrm>
            <a:off x="8134960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7" name="Shape 176"/>
          <p:cNvSpPr/>
          <p:nvPr/>
        </p:nvSpPr>
        <p:spPr>
          <a:xfrm>
            <a:off x="8134960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8" name="Shape 177"/>
          <p:cNvSpPr/>
          <p:nvPr/>
        </p:nvSpPr>
        <p:spPr>
          <a:xfrm>
            <a:off x="8134960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89" name="Shape 178"/>
          <p:cNvSpPr/>
          <p:nvPr/>
        </p:nvSpPr>
        <p:spPr>
          <a:xfrm>
            <a:off x="8134960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0" name="Shape 179"/>
          <p:cNvSpPr/>
          <p:nvPr/>
        </p:nvSpPr>
        <p:spPr>
          <a:xfrm>
            <a:off x="8134960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1" name="Shape 180"/>
          <p:cNvSpPr/>
          <p:nvPr/>
        </p:nvSpPr>
        <p:spPr>
          <a:xfrm>
            <a:off x="8134960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192" name="Shape 181"/>
          <p:cNvSpPr/>
          <p:nvPr/>
        </p:nvSpPr>
        <p:spPr>
          <a:xfrm>
            <a:off x="8134960" y="5181905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3" name="Shape 182"/>
          <p:cNvSpPr/>
          <p:nvPr/>
        </p:nvSpPr>
        <p:spPr>
          <a:xfrm>
            <a:off x="8134960" y="515986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4" name="Shape 183"/>
          <p:cNvSpPr/>
          <p:nvPr/>
        </p:nvSpPr>
        <p:spPr>
          <a:xfrm>
            <a:off x="8134960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5" name="Shape 184"/>
          <p:cNvSpPr/>
          <p:nvPr/>
        </p:nvSpPr>
        <p:spPr>
          <a:xfrm>
            <a:off x="8134960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6" name="Shape 185"/>
          <p:cNvSpPr/>
          <p:nvPr/>
        </p:nvSpPr>
        <p:spPr>
          <a:xfrm>
            <a:off x="8134960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7" name="Shape 186"/>
          <p:cNvSpPr/>
          <p:nvPr/>
        </p:nvSpPr>
        <p:spPr>
          <a:xfrm>
            <a:off x="8134960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8" name="Shape 187"/>
          <p:cNvSpPr/>
          <p:nvPr/>
        </p:nvSpPr>
        <p:spPr>
          <a:xfrm>
            <a:off x="8134960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199" name="Shape 188"/>
          <p:cNvSpPr/>
          <p:nvPr/>
        </p:nvSpPr>
        <p:spPr>
          <a:xfrm>
            <a:off x="8134960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00" name="Shape 189"/>
          <p:cNvSpPr/>
          <p:nvPr/>
        </p:nvSpPr>
        <p:spPr>
          <a:xfrm>
            <a:off x="8134960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01" name="Shape 190"/>
          <p:cNvSpPr/>
          <p:nvPr/>
        </p:nvSpPr>
        <p:spPr>
          <a:xfrm>
            <a:off x="8125816" y="5144206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02" name="Shape 191"/>
          <p:cNvSpPr/>
          <p:nvPr/>
        </p:nvSpPr>
        <p:spPr>
          <a:xfrm>
            <a:off x="8299552" y="5033040"/>
            <a:ext cx="0" cy="33448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03" name="Shape 192"/>
          <p:cNvSpPr/>
          <p:nvPr/>
        </p:nvSpPr>
        <p:spPr>
          <a:xfrm>
            <a:off x="8244688" y="5171664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04" name="Shape 193"/>
          <p:cNvSpPr/>
          <p:nvPr/>
        </p:nvSpPr>
        <p:spPr>
          <a:xfrm>
            <a:off x="8235315" y="5005608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5" name="Text 194"/>
          <p:cNvSpPr/>
          <p:nvPr/>
        </p:nvSpPr>
        <p:spPr>
          <a:xfrm>
            <a:off x="8308467" y="5019324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06" name="Shape 195"/>
          <p:cNvSpPr/>
          <p:nvPr/>
        </p:nvSpPr>
        <p:spPr>
          <a:xfrm>
            <a:off x="8399907" y="5005608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7" name="Text 196"/>
          <p:cNvSpPr/>
          <p:nvPr/>
        </p:nvSpPr>
        <p:spPr>
          <a:xfrm>
            <a:off x="8473059" y="5019324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08" name="Shape 197"/>
          <p:cNvSpPr/>
          <p:nvPr/>
        </p:nvSpPr>
        <p:spPr>
          <a:xfrm>
            <a:off x="8235315" y="5215920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09" name="Text 198"/>
          <p:cNvSpPr/>
          <p:nvPr/>
        </p:nvSpPr>
        <p:spPr>
          <a:xfrm>
            <a:off x="8308467" y="522963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10" name="Text 199"/>
          <p:cNvSpPr/>
          <p:nvPr/>
        </p:nvSpPr>
        <p:spPr>
          <a:xfrm>
            <a:off x="7961224" y="5513832"/>
            <a:ext cx="5484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211" name="Shape 200"/>
          <p:cNvSpPr/>
          <p:nvPr/>
        </p:nvSpPr>
        <p:spPr>
          <a:xfrm>
            <a:off x="8610219" y="4694712"/>
            <a:ext cx="658139" cy="983712"/>
          </a:xfrm>
          <a:prstGeom prst="roundRect">
            <a:avLst>
              <a:gd name="adj" fmla="val 1111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12" name="Text 201"/>
          <p:cNvSpPr/>
          <p:nvPr/>
        </p:nvSpPr>
        <p:spPr>
          <a:xfrm>
            <a:off x="8674227" y="4722144"/>
            <a:ext cx="5301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Music</a:t>
            </a:r>
            <a:endParaRPr lang="en-US" sz="680" dirty="0"/>
          </a:p>
        </p:txBody>
      </p:sp>
      <p:sp>
        <p:nvSpPr>
          <p:cNvPr id="213" name="Text 202"/>
          <p:cNvSpPr/>
          <p:nvPr/>
        </p:nvSpPr>
        <p:spPr>
          <a:xfrm>
            <a:off x="8655939" y="4850160"/>
            <a:ext cx="56669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Spotify</a:t>
            </a:r>
            <a:endParaRPr lang="en-US" sz="530" dirty="0"/>
          </a:p>
        </p:txBody>
      </p:sp>
      <p:sp>
        <p:nvSpPr>
          <p:cNvPr id="214" name="Shape 203"/>
          <p:cNvSpPr/>
          <p:nvPr/>
        </p:nvSpPr>
        <p:spPr>
          <a:xfrm>
            <a:off x="8692515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15" name="Shape 204"/>
          <p:cNvSpPr/>
          <p:nvPr/>
        </p:nvSpPr>
        <p:spPr>
          <a:xfrm>
            <a:off x="8719947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6" name="Shape 205"/>
          <p:cNvSpPr/>
          <p:nvPr/>
        </p:nvSpPr>
        <p:spPr>
          <a:xfrm>
            <a:off x="8719947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7" name="Shape 206"/>
          <p:cNvSpPr/>
          <p:nvPr/>
        </p:nvSpPr>
        <p:spPr>
          <a:xfrm>
            <a:off x="8719947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8" name="Shape 207"/>
          <p:cNvSpPr/>
          <p:nvPr/>
        </p:nvSpPr>
        <p:spPr>
          <a:xfrm>
            <a:off x="8719947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19" name="Shape 208"/>
          <p:cNvSpPr/>
          <p:nvPr/>
        </p:nvSpPr>
        <p:spPr>
          <a:xfrm>
            <a:off x="8719947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20" name="Shape 209"/>
          <p:cNvSpPr/>
          <p:nvPr/>
        </p:nvSpPr>
        <p:spPr>
          <a:xfrm>
            <a:off x="8719947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21" name="Shape 210"/>
          <p:cNvSpPr/>
          <p:nvPr/>
        </p:nvSpPr>
        <p:spPr>
          <a:xfrm>
            <a:off x="8719947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22" name="Shape 211"/>
          <p:cNvSpPr/>
          <p:nvPr/>
        </p:nvSpPr>
        <p:spPr>
          <a:xfrm>
            <a:off x="8719947" y="5225979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3" name="Shape 212"/>
          <p:cNvSpPr/>
          <p:nvPr/>
        </p:nvSpPr>
        <p:spPr>
          <a:xfrm>
            <a:off x="8719947" y="5203942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4" name="Shape 213"/>
          <p:cNvSpPr/>
          <p:nvPr/>
        </p:nvSpPr>
        <p:spPr>
          <a:xfrm>
            <a:off x="8719947" y="5181905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5" name="Shape 214"/>
          <p:cNvSpPr/>
          <p:nvPr/>
        </p:nvSpPr>
        <p:spPr>
          <a:xfrm>
            <a:off x="8719947" y="515986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6" name="Shape 215"/>
          <p:cNvSpPr/>
          <p:nvPr/>
        </p:nvSpPr>
        <p:spPr>
          <a:xfrm>
            <a:off x="8719947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7" name="Shape 216"/>
          <p:cNvSpPr/>
          <p:nvPr/>
        </p:nvSpPr>
        <p:spPr>
          <a:xfrm>
            <a:off x="8719947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8" name="Shape 217"/>
          <p:cNvSpPr/>
          <p:nvPr/>
        </p:nvSpPr>
        <p:spPr>
          <a:xfrm>
            <a:off x="8719947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29" name="Shape 218"/>
          <p:cNvSpPr/>
          <p:nvPr/>
        </p:nvSpPr>
        <p:spPr>
          <a:xfrm>
            <a:off x="8719947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0" name="Shape 219"/>
          <p:cNvSpPr/>
          <p:nvPr/>
        </p:nvSpPr>
        <p:spPr>
          <a:xfrm>
            <a:off x="8719947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1" name="Shape 220"/>
          <p:cNvSpPr/>
          <p:nvPr/>
        </p:nvSpPr>
        <p:spPr>
          <a:xfrm>
            <a:off x="8719947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2" name="Shape 221"/>
          <p:cNvSpPr/>
          <p:nvPr/>
        </p:nvSpPr>
        <p:spPr>
          <a:xfrm>
            <a:off x="8719947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33" name="Shape 222"/>
          <p:cNvSpPr/>
          <p:nvPr/>
        </p:nvSpPr>
        <p:spPr>
          <a:xfrm>
            <a:off x="8710803" y="5180893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34" name="Shape 223"/>
          <p:cNvSpPr/>
          <p:nvPr/>
        </p:nvSpPr>
        <p:spPr>
          <a:xfrm>
            <a:off x="8811387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35" name="Shape 224"/>
          <p:cNvSpPr/>
          <p:nvPr/>
        </p:nvSpPr>
        <p:spPr>
          <a:xfrm>
            <a:off x="8838819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6" name="Shape 225"/>
          <p:cNvSpPr/>
          <p:nvPr/>
        </p:nvSpPr>
        <p:spPr>
          <a:xfrm>
            <a:off x="8838819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7" name="Shape 226"/>
          <p:cNvSpPr/>
          <p:nvPr/>
        </p:nvSpPr>
        <p:spPr>
          <a:xfrm>
            <a:off x="8838819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8" name="Shape 227"/>
          <p:cNvSpPr/>
          <p:nvPr/>
        </p:nvSpPr>
        <p:spPr>
          <a:xfrm>
            <a:off x="8838819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39" name="Shape 228"/>
          <p:cNvSpPr/>
          <p:nvPr/>
        </p:nvSpPr>
        <p:spPr>
          <a:xfrm>
            <a:off x="8838819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40" name="Shape 229"/>
          <p:cNvSpPr/>
          <p:nvPr/>
        </p:nvSpPr>
        <p:spPr>
          <a:xfrm>
            <a:off x="8838819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41" name="Shape 230"/>
          <p:cNvSpPr/>
          <p:nvPr/>
        </p:nvSpPr>
        <p:spPr>
          <a:xfrm>
            <a:off x="8838819" y="524801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2" name="Shape 231"/>
          <p:cNvSpPr/>
          <p:nvPr/>
        </p:nvSpPr>
        <p:spPr>
          <a:xfrm>
            <a:off x="8838819" y="5225979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3" name="Shape 232"/>
          <p:cNvSpPr/>
          <p:nvPr/>
        </p:nvSpPr>
        <p:spPr>
          <a:xfrm>
            <a:off x="8838819" y="5203942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4" name="Shape 233"/>
          <p:cNvSpPr/>
          <p:nvPr/>
        </p:nvSpPr>
        <p:spPr>
          <a:xfrm>
            <a:off x="8838819" y="5181905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5" name="Shape 234"/>
          <p:cNvSpPr/>
          <p:nvPr/>
        </p:nvSpPr>
        <p:spPr>
          <a:xfrm>
            <a:off x="8838819" y="515986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6" name="Shape 235"/>
          <p:cNvSpPr/>
          <p:nvPr/>
        </p:nvSpPr>
        <p:spPr>
          <a:xfrm>
            <a:off x="8838819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7" name="Shape 236"/>
          <p:cNvSpPr/>
          <p:nvPr/>
        </p:nvSpPr>
        <p:spPr>
          <a:xfrm>
            <a:off x="8838819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8" name="Shape 237"/>
          <p:cNvSpPr/>
          <p:nvPr/>
        </p:nvSpPr>
        <p:spPr>
          <a:xfrm>
            <a:off x="8838819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49" name="Shape 238"/>
          <p:cNvSpPr/>
          <p:nvPr/>
        </p:nvSpPr>
        <p:spPr>
          <a:xfrm>
            <a:off x="8838819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0" name="Shape 239"/>
          <p:cNvSpPr/>
          <p:nvPr/>
        </p:nvSpPr>
        <p:spPr>
          <a:xfrm>
            <a:off x="8838819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1" name="Shape 240"/>
          <p:cNvSpPr/>
          <p:nvPr/>
        </p:nvSpPr>
        <p:spPr>
          <a:xfrm>
            <a:off x="8838819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2" name="Shape 241"/>
          <p:cNvSpPr/>
          <p:nvPr/>
        </p:nvSpPr>
        <p:spPr>
          <a:xfrm>
            <a:off x="8838819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53" name="Shape 242"/>
          <p:cNvSpPr/>
          <p:nvPr/>
        </p:nvSpPr>
        <p:spPr>
          <a:xfrm>
            <a:off x="8829675" y="5201275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54" name="Shape 243"/>
          <p:cNvSpPr/>
          <p:nvPr/>
        </p:nvSpPr>
        <p:spPr>
          <a:xfrm>
            <a:off x="9003411" y="5033040"/>
            <a:ext cx="0" cy="33448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255" name="Shape 244"/>
          <p:cNvSpPr/>
          <p:nvPr/>
        </p:nvSpPr>
        <p:spPr>
          <a:xfrm>
            <a:off x="8948547" y="5189586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56" name="Shape 245"/>
          <p:cNvSpPr/>
          <p:nvPr/>
        </p:nvSpPr>
        <p:spPr>
          <a:xfrm>
            <a:off x="8939174" y="5005608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7" name="Text 246"/>
          <p:cNvSpPr/>
          <p:nvPr/>
        </p:nvSpPr>
        <p:spPr>
          <a:xfrm>
            <a:off x="9012326" y="5019324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258" name="Shape 247"/>
          <p:cNvSpPr/>
          <p:nvPr/>
        </p:nvSpPr>
        <p:spPr>
          <a:xfrm>
            <a:off x="9103766" y="5005608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59" name="Text 248"/>
          <p:cNvSpPr/>
          <p:nvPr/>
        </p:nvSpPr>
        <p:spPr>
          <a:xfrm>
            <a:off x="9176918" y="5019324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260" name="Shape 249"/>
          <p:cNvSpPr/>
          <p:nvPr/>
        </p:nvSpPr>
        <p:spPr>
          <a:xfrm>
            <a:off x="8939174" y="5215920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261" name="Text 250"/>
          <p:cNvSpPr/>
          <p:nvPr/>
        </p:nvSpPr>
        <p:spPr>
          <a:xfrm>
            <a:off x="9012326" y="522963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262" name="Text 251"/>
          <p:cNvSpPr/>
          <p:nvPr/>
        </p:nvSpPr>
        <p:spPr>
          <a:xfrm>
            <a:off x="8665083" y="5513832"/>
            <a:ext cx="5484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VOD off</a:t>
            </a:r>
            <a:endParaRPr lang="en-US" sz="540" dirty="0"/>
          </a:p>
        </p:txBody>
      </p:sp>
      <p:sp>
        <p:nvSpPr>
          <p:cNvPr id="263" name="Shape 252"/>
          <p:cNvSpPr/>
          <p:nvPr/>
        </p:nvSpPr>
        <p:spPr>
          <a:xfrm>
            <a:off x="9314078" y="4694712"/>
            <a:ext cx="658139" cy="983712"/>
          </a:xfrm>
          <a:prstGeom prst="roundRect">
            <a:avLst>
              <a:gd name="adj" fmla="val 11115"/>
            </a:avLst>
          </a:prstGeom>
          <a:solidFill>
            <a:srgbClr val="101319"/>
          </a:solidFill>
          <a:ln w="7620">
            <a:solidFill>
              <a:srgbClr val="20252D"/>
            </a:solidFill>
            <a:prstDash val="solid"/>
          </a:ln>
        </p:spPr>
      </p:sp>
      <p:sp>
        <p:nvSpPr>
          <p:cNvPr id="264" name="Text 253"/>
          <p:cNvSpPr/>
          <p:nvPr/>
        </p:nvSpPr>
        <p:spPr>
          <a:xfrm>
            <a:off x="9378086" y="4722144"/>
            <a:ext cx="530123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F6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Alerts</a:t>
            </a:r>
            <a:endParaRPr lang="en-US" sz="680" dirty="0"/>
          </a:p>
        </p:txBody>
      </p:sp>
      <p:sp>
        <p:nvSpPr>
          <p:cNvPr id="265" name="Text 254"/>
          <p:cNvSpPr/>
          <p:nvPr/>
        </p:nvSpPr>
        <p:spPr>
          <a:xfrm>
            <a:off x="9359798" y="4850160"/>
            <a:ext cx="566699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30" dirty="0">
                <a:solidFill>
                  <a:srgbClr val="68707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</a:t>
            </a:r>
            <a:endParaRPr lang="en-US" sz="530" dirty="0"/>
          </a:p>
        </p:txBody>
      </p:sp>
      <p:sp>
        <p:nvSpPr>
          <p:cNvPr id="266" name="Shape 255"/>
          <p:cNvSpPr/>
          <p:nvPr/>
        </p:nvSpPr>
        <p:spPr>
          <a:xfrm>
            <a:off x="9396374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67" name="Shape 256"/>
          <p:cNvSpPr/>
          <p:nvPr/>
        </p:nvSpPr>
        <p:spPr>
          <a:xfrm>
            <a:off x="9423806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8" name="Shape 257"/>
          <p:cNvSpPr/>
          <p:nvPr/>
        </p:nvSpPr>
        <p:spPr>
          <a:xfrm>
            <a:off x="9423806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69" name="Shape 258"/>
          <p:cNvSpPr/>
          <p:nvPr/>
        </p:nvSpPr>
        <p:spPr>
          <a:xfrm>
            <a:off x="9423806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0" name="Shape 259"/>
          <p:cNvSpPr/>
          <p:nvPr/>
        </p:nvSpPr>
        <p:spPr>
          <a:xfrm>
            <a:off x="9423806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1" name="Shape 260"/>
          <p:cNvSpPr/>
          <p:nvPr/>
        </p:nvSpPr>
        <p:spPr>
          <a:xfrm>
            <a:off x="9423806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2" name="Shape 261"/>
          <p:cNvSpPr/>
          <p:nvPr/>
        </p:nvSpPr>
        <p:spPr>
          <a:xfrm>
            <a:off x="9423806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3" name="Shape 262"/>
          <p:cNvSpPr/>
          <p:nvPr/>
        </p:nvSpPr>
        <p:spPr>
          <a:xfrm>
            <a:off x="9423806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4" name="Shape 263"/>
          <p:cNvSpPr/>
          <p:nvPr/>
        </p:nvSpPr>
        <p:spPr>
          <a:xfrm>
            <a:off x="9423806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5" name="Shape 264"/>
          <p:cNvSpPr/>
          <p:nvPr/>
        </p:nvSpPr>
        <p:spPr>
          <a:xfrm>
            <a:off x="9423806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6" name="Shape 265"/>
          <p:cNvSpPr/>
          <p:nvPr/>
        </p:nvSpPr>
        <p:spPr>
          <a:xfrm>
            <a:off x="9423806" y="5181905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7" name="Shape 266"/>
          <p:cNvSpPr/>
          <p:nvPr/>
        </p:nvSpPr>
        <p:spPr>
          <a:xfrm>
            <a:off x="9423806" y="515986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78" name="Shape 267"/>
          <p:cNvSpPr/>
          <p:nvPr/>
        </p:nvSpPr>
        <p:spPr>
          <a:xfrm>
            <a:off x="9423806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79" name="Shape 268"/>
          <p:cNvSpPr/>
          <p:nvPr/>
        </p:nvSpPr>
        <p:spPr>
          <a:xfrm>
            <a:off x="9423806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0" name="Shape 269"/>
          <p:cNvSpPr/>
          <p:nvPr/>
        </p:nvSpPr>
        <p:spPr>
          <a:xfrm>
            <a:off x="9423806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1" name="Shape 270"/>
          <p:cNvSpPr/>
          <p:nvPr/>
        </p:nvSpPr>
        <p:spPr>
          <a:xfrm>
            <a:off x="9423806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2" name="Shape 271"/>
          <p:cNvSpPr/>
          <p:nvPr/>
        </p:nvSpPr>
        <p:spPr>
          <a:xfrm>
            <a:off x="9423806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3" name="Shape 272"/>
          <p:cNvSpPr/>
          <p:nvPr/>
        </p:nvSpPr>
        <p:spPr>
          <a:xfrm>
            <a:off x="9423806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4" name="Shape 273"/>
          <p:cNvSpPr/>
          <p:nvPr/>
        </p:nvSpPr>
        <p:spPr>
          <a:xfrm>
            <a:off x="9423806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85" name="Shape 274"/>
          <p:cNvSpPr/>
          <p:nvPr/>
        </p:nvSpPr>
        <p:spPr>
          <a:xfrm>
            <a:off x="9414662" y="5091213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286" name="Shape 275"/>
          <p:cNvSpPr/>
          <p:nvPr/>
        </p:nvSpPr>
        <p:spPr>
          <a:xfrm>
            <a:off x="9515246" y="5005608"/>
            <a:ext cx="91440" cy="407640"/>
          </a:xfrm>
          <a:prstGeom prst="roundRect">
            <a:avLst>
              <a:gd name="adj" fmla="val 40000"/>
            </a:avLst>
          </a:prstGeom>
          <a:solidFill>
            <a:srgbClr val="090B0F"/>
          </a:solidFill>
          <a:ln w="5080">
            <a:solidFill>
              <a:srgbClr val="20252D"/>
            </a:solidFill>
            <a:prstDash val="solid"/>
          </a:ln>
        </p:spPr>
      </p:sp>
      <p:sp>
        <p:nvSpPr>
          <p:cNvPr id="287" name="Shape 276"/>
          <p:cNvSpPr/>
          <p:nvPr/>
        </p:nvSpPr>
        <p:spPr>
          <a:xfrm>
            <a:off x="9542678" y="5380238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8" name="Shape 277"/>
          <p:cNvSpPr/>
          <p:nvPr/>
        </p:nvSpPr>
        <p:spPr>
          <a:xfrm>
            <a:off x="9542678" y="5358201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89" name="Shape 278"/>
          <p:cNvSpPr/>
          <p:nvPr/>
        </p:nvSpPr>
        <p:spPr>
          <a:xfrm>
            <a:off x="9542678" y="5336164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0" name="Shape 279"/>
          <p:cNvSpPr/>
          <p:nvPr/>
        </p:nvSpPr>
        <p:spPr>
          <a:xfrm>
            <a:off x="9542678" y="5314127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1" name="Shape 280"/>
          <p:cNvSpPr/>
          <p:nvPr/>
        </p:nvSpPr>
        <p:spPr>
          <a:xfrm>
            <a:off x="9542678" y="5292090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2" name="Shape 281"/>
          <p:cNvSpPr/>
          <p:nvPr/>
        </p:nvSpPr>
        <p:spPr>
          <a:xfrm>
            <a:off x="9542678" y="5270053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3" name="Shape 282"/>
          <p:cNvSpPr/>
          <p:nvPr/>
        </p:nvSpPr>
        <p:spPr>
          <a:xfrm>
            <a:off x="9542678" y="5248016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4" name="Shape 283"/>
          <p:cNvSpPr/>
          <p:nvPr/>
        </p:nvSpPr>
        <p:spPr>
          <a:xfrm>
            <a:off x="9542678" y="5225979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5" name="Shape 284"/>
          <p:cNvSpPr/>
          <p:nvPr/>
        </p:nvSpPr>
        <p:spPr>
          <a:xfrm>
            <a:off x="9542678" y="5203942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6" name="Shape 285"/>
          <p:cNvSpPr/>
          <p:nvPr/>
        </p:nvSpPr>
        <p:spPr>
          <a:xfrm>
            <a:off x="9542678" y="5181905"/>
            <a:ext cx="36576" cy="11064"/>
          </a:xfrm>
          <a:prstGeom prst="rect">
            <a:avLst/>
          </a:prstGeom>
          <a:solidFill>
            <a:srgbClr val="45D39B"/>
          </a:solidFill>
          <a:ln w="12700">
            <a:solidFill>
              <a:srgbClr val="45D39B">
                <a:alpha val="0"/>
              </a:srgbClr>
            </a:solidFill>
            <a:prstDash val="solid"/>
          </a:ln>
        </p:spPr>
      </p:sp>
      <p:sp>
        <p:nvSpPr>
          <p:cNvPr id="297" name="Shape 286"/>
          <p:cNvSpPr/>
          <p:nvPr/>
        </p:nvSpPr>
        <p:spPr>
          <a:xfrm>
            <a:off x="9542678" y="515986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8" name="Shape 287"/>
          <p:cNvSpPr/>
          <p:nvPr/>
        </p:nvSpPr>
        <p:spPr>
          <a:xfrm>
            <a:off x="9542678" y="5137831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299" name="Shape 288"/>
          <p:cNvSpPr/>
          <p:nvPr/>
        </p:nvSpPr>
        <p:spPr>
          <a:xfrm>
            <a:off x="9542678" y="5115794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0" name="Shape 289"/>
          <p:cNvSpPr/>
          <p:nvPr/>
        </p:nvSpPr>
        <p:spPr>
          <a:xfrm>
            <a:off x="9542678" y="5093757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1" name="Shape 290"/>
          <p:cNvSpPr/>
          <p:nvPr/>
        </p:nvSpPr>
        <p:spPr>
          <a:xfrm>
            <a:off x="9542678" y="5071720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2" name="Shape 291"/>
          <p:cNvSpPr/>
          <p:nvPr/>
        </p:nvSpPr>
        <p:spPr>
          <a:xfrm>
            <a:off x="9542678" y="5049683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3" name="Shape 292"/>
          <p:cNvSpPr/>
          <p:nvPr/>
        </p:nvSpPr>
        <p:spPr>
          <a:xfrm>
            <a:off x="9542678" y="5027646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4" name="Shape 293"/>
          <p:cNvSpPr/>
          <p:nvPr/>
        </p:nvSpPr>
        <p:spPr>
          <a:xfrm>
            <a:off x="9542678" y="5005608"/>
            <a:ext cx="36576" cy="11064"/>
          </a:xfrm>
          <a:prstGeom prst="rect">
            <a:avLst/>
          </a:prstGeom>
          <a:solidFill>
            <a:srgbClr val="1A1F27">
              <a:alpha val="90000"/>
            </a:srgbClr>
          </a:solidFill>
          <a:ln w="12700">
            <a:solidFill>
              <a:srgbClr val="1A1F27">
                <a:alpha val="0"/>
              </a:srgbClr>
            </a:solidFill>
            <a:prstDash val="solid"/>
          </a:ln>
        </p:spPr>
      </p:sp>
      <p:sp>
        <p:nvSpPr>
          <p:cNvPr id="305" name="Shape 294"/>
          <p:cNvSpPr/>
          <p:nvPr/>
        </p:nvSpPr>
        <p:spPr>
          <a:xfrm>
            <a:off x="9533534" y="5111595"/>
            <a:ext cx="54864" cy="0"/>
          </a:xfrm>
          <a:prstGeom prst="line">
            <a:avLst/>
          </a:prstGeom>
          <a:noFill/>
          <a:ln w="7620">
            <a:solidFill>
              <a:srgbClr val="FFFFFF">
                <a:alpha val="90000"/>
              </a:srgbClr>
            </a:solidFill>
            <a:prstDash val="solid"/>
          </a:ln>
        </p:spPr>
      </p:sp>
      <p:sp>
        <p:nvSpPr>
          <p:cNvPr id="306" name="Shape 295"/>
          <p:cNvSpPr/>
          <p:nvPr/>
        </p:nvSpPr>
        <p:spPr>
          <a:xfrm>
            <a:off x="9707270" y="5033040"/>
            <a:ext cx="0" cy="334488"/>
          </a:xfrm>
          <a:prstGeom prst="line">
            <a:avLst/>
          </a:prstGeom>
          <a:noFill/>
          <a:ln w="20320">
            <a:solidFill>
              <a:srgbClr val="353D49"/>
            </a:solidFill>
            <a:prstDash val="solid"/>
          </a:ln>
        </p:spPr>
      </p:sp>
      <p:sp>
        <p:nvSpPr>
          <p:cNvPr id="307" name="Shape 296"/>
          <p:cNvSpPr/>
          <p:nvPr/>
        </p:nvSpPr>
        <p:spPr>
          <a:xfrm>
            <a:off x="9652406" y="5161422"/>
            <a:ext cx="109728" cy="109728"/>
          </a:xfrm>
          <a:prstGeom prst="ellipse">
            <a:avLst/>
          </a:prstGeom>
          <a:solidFill>
            <a:srgbClr val="C9CED6"/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08" name="Shape 297"/>
          <p:cNvSpPr/>
          <p:nvPr/>
        </p:nvSpPr>
        <p:spPr>
          <a:xfrm>
            <a:off x="9643034" y="5005608"/>
            <a:ext cx="137160" cy="164592"/>
          </a:xfrm>
          <a:prstGeom prst="roundRect">
            <a:avLst>
              <a:gd name="adj" fmla="val 5333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09" name="Text 298"/>
          <p:cNvSpPr/>
          <p:nvPr/>
        </p:nvSpPr>
        <p:spPr>
          <a:xfrm>
            <a:off x="9716186" y="5019324"/>
            <a:ext cx="-91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</a:t>
            </a:r>
            <a:endParaRPr lang="en-US" sz="550" dirty="0"/>
          </a:p>
        </p:txBody>
      </p:sp>
      <p:sp>
        <p:nvSpPr>
          <p:cNvPr id="310" name="Shape 299"/>
          <p:cNvSpPr/>
          <p:nvPr/>
        </p:nvSpPr>
        <p:spPr>
          <a:xfrm>
            <a:off x="9807626" y="5005608"/>
            <a:ext cx="128016" cy="164592"/>
          </a:xfrm>
          <a:prstGeom prst="roundRect">
            <a:avLst>
              <a:gd name="adj" fmla="val 57143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11" name="Text 300"/>
          <p:cNvSpPr/>
          <p:nvPr/>
        </p:nvSpPr>
        <p:spPr>
          <a:xfrm>
            <a:off x="9880778" y="5019324"/>
            <a:ext cx="-182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</a:t>
            </a:r>
            <a:endParaRPr lang="en-US" sz="550" dirty="0"/>
          </a:p>
        </p:txBody>
      </p:sp>
      <p:sp>
        <p:nvSpPr>
          <p:cNvPr id="312" name="Shape 301"/>
          <p:cNvSpPr/>
          <p:nvPr/>
        </p:nvSpPr>
        <p:spPr>
          <a:xfrm>
            <a:off x="9643034" y="5215920"/>
            <a:ext cx="292608" cy="164592"/>
          </a:xfrm>
          <a:prstGeom prst="roundRect">
            <a:avLst>
              <a:gd name="adj" fmla="val 44444"/>
            </a:avLst>
          </a:prstGeom>
          <a:solidFill>
            <a:srgbClr val="1B2029"/>
          </a:solidFill>
          <a:ln w="6350">
            <a:solidFill>
              <a:srgbClr val="1B2029">
                <a:alpha val="0"/>
              </a:srgbClr>
            </a:solidFill>
            <a:prstDash val="solid"/>
          </a:ln>
        </p:spPr>
      </p:sp>
      <p:sp>
        <p:nvSpPr>
          <p:cNvPr id="313" name="Text 302"/>
          <p:cNvSpPr/>
          <p:nvPr/>
        </p:nvSpPr>
        <p:spPr>
          <a:xfrm>
            <a:off x="9716186" y="5229636"/>
            <a:ext cx="14630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20" b="1" dirty="0">
                <a:solidFill>
                  <a:srgbClr val="9AA1A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CUE</a:t>
            </a:r>
            <a:endParaRPr lang="en-US" sz="520" dirty="0"/>
          </a:p>
        </p:txBody>
      </p:sp>
      <p:sp>
        <p:nvSpPr>
          <p:cNvPr id="314" name="Text 303"/>
          <p:cNvSpPr/>
          <p:nvPr/>
        </p:nvSpPr>
        <p:spPr>
          <a:xfrm>
            <a:off x="9368942" y="5513832"/>
            <a:ext cx="548411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540" dirty="0">
                <a:solidFill>
                  <a:srgbClr val="C9CED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</a:t>
            </a:r>
            <a:endParaRPr lang="en-US" sz="540" dirty="0"/>
          </a:p>
        </p:txBody>
      </p:sp>
      <p:sp>
        <p:nvSpPr>
          <p:cNvPr id="315" name="Text 304"/>
          <p:cNvSpPr/>
          <p:nvPr/>
        </p:nvSpPr>
        <p:spPr>
          <a:xfrm>
            <a:off x="502920" y="647395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54C5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Mirae · Ready for design system specification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45720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800">
                <a:solidFill>
                  <a:srgbClr val="565D6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Mirae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Mirae — Visual Direction v1</dc:title>
  <dc:subject>Mirae visual direction and desktop UI design system</dc:subject>
  <dc:creator>OpenAI</dc:creator>
  <cp:lastModifiedBy>OpenAI</cp:lastModifiedBy>
  <cp:revision>1</cp:revision>
  <dcterms:created xsi:type="dcterms:W3CDTF">2026-07-29T19:19:33Z</dcterms:created>
  <dcterms:modified xsi:type="dcterms:W3CDTF">2026-07-29T19:19:33Z</dcterms:modified>
</cp:coreProperties>
</file>